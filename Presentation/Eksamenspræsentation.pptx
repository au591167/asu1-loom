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5F03F-B084-475C-9CBD-9C5C11B89EBE}" v="24" dt="2026-01-14T18:57:27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150" d="100"/>
          <a:sy n="150" d="100"/>
        </p:scale>
        <p:origin x="-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Kjær Klint" userId="28d49708-5205-4a9b-82b0-13c0c4132a7e" providerId="ADAL" clId="{B4BF48F0-CE01-4D32-ADA3-2BDA7A94C300}"/>
    <pc:docChg chg="undo custSel addSld modSld">
      <pc:chgData name="Erik Kjær Klint" userId="28d49708-5205-4a9b-82b0-13c0c4132a7e" providerId="ADAL" clId="{B4BF48F0-CE01-4D32-ADA3-2BDA7A94C300}" dt="2026-01-14T18:58:22.166" v="330" actId="1076"/>
      <pc:docMkLst>
        <pc:docMk/>
      </pc:docMkLst>
      <pc:sldChg chg="addSp delSp modSp mod">
        <pc:chgData name="Erik Kjær Klint" userId="28d49708-5205-4a9b-82b0-13c0c4132a7e" providerId="ADAL" clId="{B4BF48F0-CE01-4D32-ADA3-2BDA7A94C300}" dt="2026-01-14T18:32:23.743" v="32" actId="164"/>
        <pc:sldMkLst>
          <pc:docMk/>
          <pc:sldMk cId="1225023661" sldId="260"/>
        </pc:sldMkLst>
        <pc:spChg chg="mod">
          <ac:chgData name="Erik Kjær Klint" userId="28d49708-5205-4a9b-82b0-13c0c4132a7e" providerId="ADAL" clId="{B4BF48F0-CE01-4D32-ADA3-2BDA7A94C300}" dt="2026-01-14T18:27:52.118" v="0" actId="1076"/>
          <ac:spMkLst>
            <pc:docMk/>
            <pc:sldMk cId="1225023661" sldId="260"/>
            <ac:spMk id="5" creationId="{F42C310D-065B-8FF9-984E-8696935ED716}"/>
          </ac:spMkLst>
        </pc:spChg>
        <pc:spChg chg="add del mod">
          <ac:chgData name="Erik Kjær Klint" userId="28d49708-5205-4a9b-82b0-13c0c4132a7e" providerId="ADAL" clId="{B4BF48F0-CE01-4D32-ADA3-2BDA7A94C300}" dt="2026-01-14T18:28:41.064" v="3" actId="478"/>
          <ac:spMkLst>
            <pc:docMk/>
            <pc:sldMk cId="1225023661" sldId="260"/>
            <ac:spMk id="8" creationId="{A9ED2BE9-A574-F7DF-18C1-302AA20AC436}"/>
          </ac:spMkLst>
        </pc:spChg>
        <pc:spChg chg="add del mod">
          <ac:chgData name="Erik Kjær Klint" userId="28d49708-5205-4a9b-82b0-13c0c4132a7e" providerId="ADAL" clId="{B4BF48F0-CE01-4D32-ADA3-2BDA7A94C300}" dt="2026-01-14T18:29:06.462" v="8" actId="478"/>
          <ac:spMkLst>
            <pc:docMk/>
            <pc:sldMk cId="1225023661" sldId="260"/>
            <ac:spMk id="11" creationId="{D16156A1-C085-1C91-1FF4-B1C577054935}"/>
          </ac:spMkLst>
        </pc:spChg>
        <pc:spChg chg="add del mod">
          <ac:chgData name="Erik Kjær Klint" userId="28d49708-5205-4a9b-82b0-13c0c4132a7e" providerId="ADAL" clId="{B4BF48F0-CE01-4D32-ADA3-2BDA7A94C300}" dt="2026-01-14T18:29:42.918" v="13" actId="478"/>
          <ac:spMkLst>
            <pc:docMk/>
            <pc:sldMk cId="1225023661" sldId="260"/>
            <ac:spMk id="14" creationId="{81AFC03E-04D7-5EA7-03B8-EB6720ED1A3D}"/>
          </ac:spMkLst>
        </pc:spChg>
        <pc:spChg chg="add del mod">
          <ac:chgData name="Erik Kjær Klint" userId="28d49708-5205-4a9b-82b0-13c0c4132a7e" providerId="ADAL" clId="{B4BF48F0-CE01-4D32-ADA3-2BDA7A94C300}" dt="2026-01-14T18:30:49.392" v="18" actId="478"/>
          <ac:spMkLst>
            <pc:docMk/>
            <pc:sldMk cId="1225023661" sldId="260"/>
            <ac:spMk id="15" creationId="{9DD2A49B-162C-9FC1-F6B8-CC3B16FB6687}"/>
          </ac:spMkLst>
        </pc:spChg>
        <pc:spChg chg="add del mod">
          <ac:chgData name="Erik Kjær Klint" userId="28d49708-5205-4a9b-82b0-13c0c4132a7e" providerId="ADAL" clId="{B4BF48F0-CE01-4D32-ADA3-2BDA7A94C300}" dt="2026-01-14T18:31:01.986" v="20" actId="478"/>
          <ac:spMkLst>
            <pc:docMk/>
            <pc:sldMk cId="1225023661" sldId="260"/>
            <ac:spMk id="16" creationId="{62E3FD54-2826-6421-786C-849E77D11296}"/>
          </ac:spMkLst>
        </pc:spChg>
        <pc:grpChg chg="add mod">
          <ac:chgData name="Erik Kjær Klint" userId="28d49708-5205-4a9b-82b0-13c0c4132a7e" providerId="ADAL" clId="{B4BF48F0-CE01-4D32-ADA3-2BDA7A94C300}" dt="2026-01-14T18:32:23.743" v="32" actId="164"/>
          <ac:grpSpMkLst>
            <pc:docMk/>
            <pc:sldMk cId="1225023661" sldId="260"/>
            <ac:grpSpMk id="17" creationId="{8D67C09D-CC2C-8D39-1C1D-D9DD130A8639}"/>
          </ac:grpSpMkLst>
        </pc:grpChg>
        <pc:picChg chg="add mod">
          <ac:chgData name="Erik Kjær Klint" userId="28d49708-5205-4a9b-82b0-13c0c4132a7e" providerId="ADAL" clId="{B4BF48F0-CE01-4D32-ADA3-2BDA7A94C300}" dt="2026-01-14T18:32:23.743" v="32" actId="164"/>
          <ac:picMkLst>
            <pc:docMk/>
            <pc:sldMk cId="1225023661" sldId="260"/>
            <ac:picMk id="7" creationId="{8548BFA4-6B71-F729-7854-A9EA963253F3}"/>
          </ac:picMkLst>
        </pc:picChg>
        <pc:picChg chg="add mod">
          <ac:chgData name="Erik Kjær Klint" userId="28d49708-5205-4a9b-82b0-13c0c4132a7e" providerId="ADAL" clId="{B4BF48F0-CE01-4D32-ADA3-2BDA7A94C300}" dt="2026-01-14T18:32:23.743" v="32" actId="164"/>
          <ac:picMkLst>
            <pc:docMk/>
            <pc:sldMk cId="1225023661" sldId="260"/>
            <ac:picMk id="10" creationId="{850D65BA-C845-64DA-4EBD-0703CB59466A}"/>
          </ac:picMkLst>
        </pc:picChg>
        <pc:picChg chg="add mod">
          <ac:chgData name="Erik Kjær Klint" userId="28d49708-5205-4a9b-82b0-13c0c4132a7e" providerId="ADAL" clId="{B4BF48F0-CE01-4D32-ADA3-2BDA7A94C300}" dt="2026-01-14T18:32:23.743" v="32" actId="164"/>
          <ac:picMkLst>
            <pc:docMk/>
            <pc:sldMk cId="1225023661" sldId="260"/>
            <ac:picMk id="13" creationId="{0ED8ADD5-1100-BEFC-ACA1-4066C6A9BF8B}"/>
          </ac:picMkLst>
        </pc:picChg>
        <pc:picChg chg="add mod">
          <ac:chgData name="Erik Kjær Klint" userId="28d49708-5205-4a9b-82b0-13c0c4132a7e" providerId="ADAL" clId="{B4BF48F0-CE01-4D32-ADA3-2BDA7A94C300}" dt="2026-01-14T18:32:23.743" v="32" actId="164"/>
          <ac:picMkLst>
            <pc:docMk/>
            <pc:sldMk cId="1225023661" sldId="260"/>
            <ac:picMk id="1030" creationId="{623F046B-183C-E722-B091-F9121A796C92}"/>
          </ac:picMkLst>
        </pc:picChg>
        <pc:picChg chg="add mod">
          <ac:chgData name="Erik Kjær Klint" userId="28d49708-5205-4a9b-82b0-13c0c4132a7e" providerId="ADAL" clId="{B4BF48F0-CE01-4D32-ADA3-2BDA7A94C300}" dt="2026-01-14T18:32:23.743" v="32" actId="164"/>
          <ac:picMkLst>
            <pc:docMk/>
            <pc:sldMk cId="1225023661" sldId="260"/>
            <ac:picMk id="1032" creationId="{D51F6EDD-390D-27D9-9FCA-2F4A8DB73B35}"/>
          </ac:picMkLst>
        </pc:picChg>
        <pc:picChg chg="add mod">
          <ac:chgData name="Erik Kjær Klint" userId="28d49708-5205-4a9b-82b0-13c0c4132a7e" providerId="ADAL" clId="{B4BF48F0-CE01-4D32-ADA3-2BDA7A94C300}" dt="2026-01-14T18:32:23.743" v="32" actId="164"/>
          <ac:picMkLst>
            <pc:docMk/>
            <pc:sldMk cId="1225023661" sldId="260"/>
            <ac:picMk id="1034" creationId="{54118D14-8D72-C65D-A056-2491C47AA1FD}"/>
          </ac:picMkLst>
        </pc:picChg>
      </pc:sldChg>
      <pc:sldChg chg="addSp delSp modSp new mod">
        <pc:chgData name="Erik Kjær Klint" userId="28d49708-5205-4a9b-82b0-13c0c4132a7e" providerId="ADAL" clId="{B4BF48F0-CE01-4D32-ADA3-2BDA7A94C300}" dt="2026-01-14T18:58:22.166" v="330" actId="1076"/>
        <pc:sldMkLst>
          <pc:docMk/>
          <pc:sldMk cId="1560694152" sldId="261"/>
        </pc:sldMkLst>
        <pc:spChg chg="add mod">
          <ac:chgData name="Erik Kjær Klint" userId="28d49708-5205-4a9b-82b0-13c0c4132a7e" providerId="ADAL" clId="{B4BF48F0-CE01-4D32-ADA3-2BDA7A94C300}" dt="2026-01-14T18:52:32.891" v="199" actId="1076"/>
          <ac:spMkLst>
            <pc:docMk/>
            <pc:sldMk cId="1560694152" sldId="261"/>
            <ac:spMk id="3" creationId="{3D64E49E-77DE-1747-2870-C199EC9FF47D}"/>
          </ac:spMkLst>
        </pc:spChg>
        <pc:spChg chg="add mod">
          <ac:chgData name="Erik Kjær Klint" userId="28d49708-5205-4a9b-82b0-13c0c4132a7e" providerId="ADAL" clId="{B4BF48F0-CE01-4D32-ADA3-2BDA7A94C300}" dt="2026-01-14T18:56:43.478" v="288" actId="1582"/>
          <ac:spMkLst>
            <pc:docMk/>
            <pc:sldMk cId="1560694152" sldId="261"/>
            <ac:spMk id="22" creationId="{C6495C42-9E4E-B5BD-B794-F3B3EA6F259E}"/>
          </ac:spMkLst>
        </pc:spChg>
        <pc:spChg chg="add mod">
          <ac:chgData name="Erik Kjær Klint" userId="28d49708-5205-4a9b-82b0-13c0c4132a7e" providerId="ADAL" clId="{B4BF48F0-CE01-4D32-ADA3-2BDA7A94C300}" dt="2026-01-14T18:58:22.166" v="330" actId="1076"/>
          <ac:spMkLst>
            <pc:docMk/>
            <pc:sldMk cId="1560694152" sldId="261"/>
            <ac:spMk id="28" creationId="{2CF3C55B-5823-D6AA-15EE-AAF6912C6C49}"/>
          </ac:spMkLst>
        </pc:spChg>
        <pc:spChg chg="add mod">
          <ac:chgData name="Erik Kjær Klint" userId="28d49708-5205-4a9b-82b0-13c0c4132a7e" providerId="ADAL" clId="{B4BF48F0-CE01-4D32-ADA3-2BDA7A94C300}" dt="2026-01-14T18:58:17.083" v="329" actId="1037"/>
          <ac:spMkLst>
            <pc:docMk/>
            <pc:sldMk cId="1560694152" sldId="261"/>
            <ac:spMk id="29" creationId="{4298B640-96D0-FBC7-22D6-DF040FC9AB6D}"/>
          </ac:spMkLst>
        </pc:spChg>
        <pc:graphicFrameChg chg="add mod modGraphic">
          <ac:chgData name="Erik Kjær Klint" userId="28d49708-5205-4a9b-82b0-13c0c4132a7e" providerId="ADAL" clId="{B4BF48F0-CE01-4D32-ADA3-2BDA7A94C300}" dt="2026-01-14T18:52:35.688" v="200" actId="1076"/>
          <ac:graphicFrameMkLst>
            <pc:docMk/>
            <pc:sldMk cId="1560694152" sldId="261"/>
            <ac:graphicFrameMk id="2" creationId="{97332872-DE0C-1577-2E58-22BADA6242FE}"/>
          </ac:graphicFrameMkLst>
        </pc:graphicFrameChg>
        <pc:graphicFrameChg chg="add del modGraphic">
          <ac:chgData name="Erik Kjær Klint" userId="28d49708-5205-4a9b-82b0-13c0c4132a7e" providerId="ADAL" clId="{B4BF48F0-CE01-4D32-ADA3-2BDA7A94C300}" dt="2026-01-14T18:53:01.091" v="202" actId="1032"/>
          <ac:graphicFrameMkLst>
            <pc:docMk/>
            <pc:sldMk cId="1560694152" sldId="261"/>
            <ac:graphicFrameMk id="4" creationId="{FCBBE372-83C6-1336-64D8-2CA78ACE6FB2}"/>
          </ac:graphicFrameMkLst>
        </pc:graphicFrameChg>
        <pc:graphicFrameChg chg="add mod modGraphic">
          <ac:chgData name="Erik Kjær Klint" userId="28d49708-5205-4a9b-82b0-13c0c4132a7e" providerId="ADAL" clId="{B4BF48F0-CE01-4D32-ADA3-2BDA7A94C300}" dt="2026-01-14T18:54:31.143" v="264" actId="1076"/>
          <ac:graphicFrameMkLst>
            <pc:docMk/>
            <pc:sldMk cId="1560694152" sldId="261"/>
            <ac:graphicFrameMk id="5" creationId="{F558CDDB-9A67-FDBB-63BD-3670291201CC}"/>
          </ac:graphicFrameMkLst>
        </pc:graphicFrameChg>
        <pc:cxnChg chg="add">
          <ac:chgData name="Erik Kjær Klint" userId="28d49708-5205-4a9b-82b0-13c0c4132a7e" providerId="ADAL" clId="{B4BF48F0-CE01-4D32-ADA3-2BDA7A94C300}" dt="2026-01-14T18:54:41.925" v="265" actId="11529"/>
          <ac:cxnSpMkLst>
            <pc:docMk/>
            <pc:sldMk cId="1560694152" sldId="261"/>
            <ac:cxnSpMk id="7" creationId="{6D919705-B126-05E5-7D8B-155A998C85AA}"/>
          </ac:cxnSpMkLst>
        </pc:cxnChg>
        <pc:cxnChg chg="add mod">
          <ac:chgData name="Erik Kjær Klint" userId="28d49708-5205-4a9b-82b0-13c0c4132a7e" providerId="ADAL" clId="{B4BF48F0-CE01-4D32-ADA3-2BDA7A94C300}" dt="2026-01-14T18:55:00.345" v="270" actId="14100"/>
          <ac:cxnSpMkLst>
            <pc:docMk/>
            <pc:sldMk cId="1560694152" sldId="261"/>
            <ac:cxnSpMk id="8" creationId="{94C23B97-DE88-BD46-2E7E-4E80EFC182FB}"/>
          </ac:cxnSpMkLst>
        </pc:cxnChg>
        <pc:cxnChg chg="add del mod">
          <ac:chgData name="Erik Kjær Klint" userId="28d49708-5205-4a9b-82b0-13c0c4132a7e" providerId="ADAL" clId="{B4BF48F0-CE01-4D32-ADA3-2BDA7A94C300}" dt="2026-01-14T18:55:45.564" v="281" actId="478"/>
          <ac:cxnSpMkLst>
            <pc:docMk/>
            <pc:sldMk cId="1560694152" sldId="261"/>
            <ac:cxnSpMk id="12" creationId="{EEA5976B-F9E4-C355-0E9D-F30F20D296A0}"/>
          </ac:cxnSpMkLst>
        </pc:cxnChg>
        <pc:cxnChg chg="add mod">
          <ac:chgData name="Erik Kjær Klint" userId="28d49708-5205-4a9b-82b0-13c0c4132a7e" providerId="ADAL" clId="{B4BF48F0-CE01-4D32-ADA3-2BDA7A94C300}" dt="2026-01-14T18:56:36.814" v="287" actId="1582"/>
          <ac:cxnSpMkLst>
            <pc:docMk/>
            <pc:sldMk cId="1560694152" sldId="261"/>
            <ac:cxnSpMk id="24" creationId="{3CDE538C-55E2-A77E-EF01-38645DB3E21B}"/>
          </ac:cxnSpMkLst>
        </pc:cxnChg>
        <pc:cxnChg chg="add mod">
          <ac:chgData name="Erik Kjær Klint" userId="28d49708-5205-4a9b-82b0-13c0c4132a7e" providerId="ADAL" clId="{B4BF48F0-CE01-4D32-ADA3-2BDA7A94C300}" dt="2026-01-14T18:57:09.841" v="291" actId="1582"/>
          <ac:cxnSpMkLst>
            <pc:docMk/>
            <pc:sldMk cId="1560694152" sldId="261"/>
            <ac:cxnSpMk id="27" creationId="{2A735AB1-7886-606F-A142-8DB12BDE66E6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3B11EB-F4CE-41EB-9DF8-9A812AC51D35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60C8FC0A-B22D-4CC6-A2D7-E91912A56FB2}">
      <dgm:prSet phldrT="[Text]" phldr="0"/>
      <dgm:spPr/>
      <dgm:t>
        <a:bodyPr/>
        <a:lstStyle/>
        <a:p>
          <a:r>
            <a:rPr lang="da-DK" dirty="0"/>
            <a:t>Browser</a:t>
          </a:r>
          <a:endParaRPr lang="en-DK" dirty="0"/>
        </a:p>
      </dgm:t>
    </dgm:pt>
    <dgm:pt modelId="{9D3CEC5B-9BC0-40C0-9B06-6F417DDF186C}" type="parTrans" cxnId="{DB1A4268-B75D-4CCD-846B-D0D6FB7BCE9B}">
      <dgm:prSet/>
      <dgm:spPr/>
      <dgm:t>
        <a:bodyPr/>
        <a:lstStyle/>
        <a:p>
          <a:endParaRPr lang="en-DK"/>
        </a:p>
      </dgm:t>
    </dgm:pt>
    <dgm:pt modelId="{C3DD7971-DB03-4EBD-8619-334123923562}" type="sibTrans" cxnId="{DB1A4268-B75D-4CCD-846B-D0D6FB7BCE9B}">
      <dgm:prSet/>
      <dgm:spPr/>
      <dgm:t>
        <a:bodyPr/>
        <a:lstStyle/>
        <a:p>
          <a:endParaRPr lang="en-DK"/>
        </a:p>
      </dgm:t>
    </dgm:pt>
    <dgm:pt modelId="{C54C0351-A76D-4EA5-AEDF-DE1BA596CF98}">
      <dgm:prSet phldrT="[Text]" phldr="0"/>
      <dgm:spPr/>
      <dgm:t>
        <a:bodyPr/>
        <a:lstStyle/>
        <a:p>
          <a:r>
            <a:rPr lang="da-DK" dirty="0" err="1"/>
            <a:t>GraphQL</a:t>
          </a:r>
          <a:r>
            <a:rPr lang="da-DK" dirty="0"/>
            <a:t> Query</a:t>
          </a:r>
          <a:endParaRPr lang="en-DK" dirty="0"/>
        </a:p>
      </dgm:t>
    </dgm:pt>
    <dgm:pt modelId="{36597A89-A26D-4022-9F31-68FC9B00B173}" type="parTrans" cxnId="{0FFAB39F-82A9-4CB5-BCE8-CDCCE4EE07DB}">
      <dgm:prSet/>
      <dgm:spPr/>
      <dgm:t>
        <a:bodyPr/>
        <a:lstStyle/>
        <a:p>
          <a:endParaRPr lang="en-DK"/>
        </a:p>
      </dgm:t>
    </dgm:pt>
    <dgm:pt modelId="{C7D58496-6E6A-4F3A-8C47-80B7359BD5A9}" type="sibTrans" cxnId="{0FFAB39F-82A9-4CB5-BCE8-CDCCE4EE07DB}">
      <dgm:prSet/>
      <dgm:spPr/>
      <dgm:t>
        <a:bodyPr/>
        <a:lstStyle/>
        <a:p>
          <a:endParaRPr lang="en-DK"/>
        </a:p>
      </dgm:t>
    </dgm:pt>
    <dgm:pt modelId="{741937A3-0457-437F-A734-D43D73FB06CA}">
      <dgm:prSet phldrT="[Text]" phldr="0"/>
      <dgm:spPr/>
      <dgm:t>
        <a:bodyPr/>
        <a:lstStyle/>
        <a:p>
          <a:r>
            <a:rPr lang="da-DK" dirty="0" err="1"/>
            <a:t>Nginx</a:t>
          </a:r>
          <a:endParaRPr lang="en-DK" dirty="0"/>
        </a:p>
      </dgm:t>
    </dgm:pt>
    <dgm:pt modelId="{BC990FA6-2030-49ED-9CDE-7795B89EF711}" type="parTrans" cxnId="{1CB6EE8E-1D12-4D6B-882D-B5440589777C}">
      <dgm:prSet/>
      <dgm:spPr/>
      <dgm:t>
        <a:bodyPr/>
        <a:lstStyle/>
        <a:p>
          <a:endParaRPr lang="en-DK"/>
        </a:p>
      </dgm:t>
    </dgm:pt>
    <dgm:pt modelId="{CB820056-6F69-43AA-8BAA-6941F4B24574}" type="sibTrans" cxnId="{1CB6EE8E-1D12-4D6B-882D-B5440589777C}">
      <dgm:prSet/>
      <dgm:spPr/>
      <dgm:t>
        <a:bodyPr/>
        <a:lstStyle/>
        <a:p>
          <a:endParaRPr lang="en-DK"/>
        </a:p>
      </dgm:t>
    </dgm:pt>
    <dgm:pt modelId="{AB367728-F174-4DD6-A2C6-180BCD3FB268}">
      <dgm:prSet phldrT="[Text]" phldr="0"/>
      <dgm:spPr/>
      <dgm:t>
        <a:bodyPr/>
        <a:lstStyle/>
        <a:p>
          <a:r>
            <a:rPr lang="da-DK" dirty="0"/>
            <a:t>Proxy</a:t>
          </a:r>
          <a:endParaRPr lang="en-DK" dirty="0"/>
        </a:p>
      </dgm:t>
    </dgm:pt>
    <dgm:pt modelId="{89A610FB-EC44-409B-937F-ED8845A7FDC3}" type="parTrans" cxnId="{3E074CDE-31BE-467F-89ED-4691E547B083}">
      <dgm:prSet/>
      <dgm:spPr/>
      <dgm:t>
        <a:bodyPr/>
        <a:lstStyle/>
        <a:p>
          <a:endParaRPr lang="en-DK"/>
        </a:p>
      </dgm:t>
    </dgm:pt>
    <dgm:pt modelId="{F0C07665-2BD3-4D44-B99D-9101036982D9}" type="sibTrans" cxnId="{3E074CDE-31BE-467F-89ED-4691E547B083}">
      <dgm:prSet/>
      <dgm:spPr/>
      <dgm:t>
        <a:bodyPr/>
        <a:lstStyle/>
        <a:p>
          <a:endParaRPr lang="en-DK"/>
        </a:p>
      </dgm:t>
    </dgm:pt>
    <dgm:pt modelId="{48E8A59B-43EB-458C-8DD2-1F36E1EEB545}">
      <dgm:prSet phldrT="[Text]" phldr="0"/>
      <dgm:spPr/>
      <dgm:t>
        <a:bodyPr/>
        <a:lstStyle/>
        <a:p>
          <a:r>
            <a:rPr lang="da-DK" dirty="0" err="1"/>
            <a:t>FastAPI</a:t>
          </a:r>
          <a:endParaRPr lang="en-DK" dirty="0"/>
        </a:p>
      </dgm:t>
    </dgm:pt>
    <dgm:pt modelId="{E9209799-B574-4B9A-9CD1-F1C6D6DE1CF0}" type="parTrans" cxnId="{F3BC37A2-28F6-4ED7-88E9-D7B68D4E561C}">
      <dgm:prSet/>
      <dgm:spPr/>
      <dgm:t>
        <a:bodyPr/>
        <a:lstStyle/>
        <a:p>
          <a:endParaRPr lang="en-DK"/>
        </a:p>
      </dgm:t>
    </dgm:pt>
    <dgm:pt modelId="{8A38CF08-06A8-4849-8EA0-1522801A1276}" type="sibTrans" cxnId="{F3BC37A2-28F6-4ED7-88E9-D7B68D4E561C}">
      <dgm:prSet/>
      <dgm:spPr/>
      <dgm:t>
        <a:bodyPr/>
        <a:lstStyle/>
        <a:p>
          <a:endParaRPr lang="en-DK"/>
        </a:p>
      </dgm:t>
    </dgm:pt>
    <dgm:pt modelId="{76DE4C65-C43B-4FA3-A715-7E9700D0FFAB}">
      <dgm:prSet phldrT="[Text]" phldr="0"/>
      <dgm:spPr/>
      <dgm:t>
        <a:bodyPr/>
        <a:lstStyle/>
        <a:p>
          <a:r>
            <a:rPr lang="da-DK" dirty="0"/>
            <a:t>/</a:t>
          </a:r>
          <a:r>
            <a:rPr lang="da-DK" dirty="0" err="1"/>
            <a:t>graphql</a:t>
          </a:r>
          <a:endParaRPr lang="en-DK" dirty="0"/>
        </a:p>
      </dgm:t>
    </dgm:pt>
    <dgm:pt modelId="{60C43C85-E77D-4A9E-BAF3-29A775D35371}" type="parTrans" cxnId="{5D102F49-BE9F-44AD-BA80-65627AE37BD4}">
      <dgm:prSet/>
      <dgm:spPr/>
      <dgm:t>
        <a:bodyPr/>
        <a:lstStyle/>
        <a:p>
          <a:endParaRPr lang="en-DK"/>
        </a:p>
      </dgm:t>
    </dgm:pt>
    <dgm:pt modelId="{8ACF49A9-F30B-4BD5-A5DC-63E1A7D1B1B1}" type="sibTrans" cxnId="{5D102F49-BE9F-44AD-BA80-65627AE37BD4}">
      <dgm:prSet/>
      <dgm:spPr/>
      <dgm:t>
        <a:bodyPr/>
        <a:lstStyle/>
        <a:p>
          <a:endParaRPr lang="en-DK"/>
        </a:p>
      </dgm:t>
    </dgm:pt>
    <dgm:pt modelId="{8C600074-4432-4089-9A98-0113CF88D31C}">
      <dgm:prSet phldrT="[Text]" phldr="0"/>
      <dgm:spPr/>
      <dgm:t>
        <a:bodyPr/>
        <a:lstStyle/>
        <a:p>
          <a:r>
            <a:rPr lang="da-DK" dirty="0"/>
            <a:t>Resolver</a:t>
          </a:r>
          <a:endParaRPr lang="en-DK" dirty="0"/>
        </a:p>
      </dgm:t>
    </dgm:pt>
    <dgm:pt modelId="{E35040D1-5574-47E8-93DA-A5741E1D9905}" type="parTrans" cxnId="{59667521-70DB-41B1-9FBA-2C5C12C46F9C}">
      <dgm:prSet/>
      <dgm:spPr/>
      <dgm:t>
        <a:bodyPr/>
        <a:lstStyle/>
        <a:p>
          <a:endParaRPr lang="en-DK"/>
        </a:p>
      </dgm:t>
    </dgm:pt>
    <dgm:pt modelId="{84200F75-860E-426C-BC9B-40ABC30841C6}" type="sibTrans" cxnId="{59667521-70DB-41B1-9FBA-2C5C12C46F9C}">
      <dgm:prSet/>
      <dgm:spPr/>
      <dgm:t>
        <a:bodyPr/>
        <a:lstStyle/>
        <a:p>
          <a:endParaRPr lang="en-DK"/>
        </a:p>
      </dgm:t>
    </dgm:pt>
    <dgm:pt modelId="{845E3586-3299-4ABE-9AD7-31E532F120FD}">
      <dgm:prSet phldrT="[Text]" phldr="0"/>
      <dgm:spPr/>
      <dgm:t>
        <a:bodyPr/>
        <a:lstStyle/>
        <a:p>
          <a:r>
            <a:rPr lang="da-DK" dirty="0"/>
            <a:t>@strawberry</a:t>
          </a:r>
          <a:endParaRPr lang="en-DK" dirty="0"/>
        </a:p>
      </dgm:t>
    </dgm:pt>
    <dgm:pt modelId="{5899C6CA-B00A-42E2-8134-994990753780}" type="parTrans" cxnId="{BE0B3558-CA26-4252-B8CB-3F82D174328A}">
      <dgm:prSet/>
      <dgm:spPr/>
      <dgm:t>
        <a:bodyPr/>
        <a:lstStyle/>
        <a:p>
          <a:endParaRPr lang="en-DK"/>
        </a:p>
      </dgm:t>
    </dgm:pt>
    <dgm:pt modelId="{BAFF31F1-E294-4D61-B2A8-2989F30C5428}" type="sibTrans" cxnId="{BE0B3558-CA26-4252-B8CB-3F82D174328A}">
      <dgm:prSet/>
      <dgm:spPr/>
      <dgm:t>
        <a:bodyPr/>
        <a:lstStyle/>
        <a:p>
          <a:endParaRPr lang="en-DK"/>
        </a:p>
      </dgm:t>
    </dgm:pt>
    <dgm:pt modelId="{8C440A6C-2EB2-4762-93B9-04DE9564A00E}">
      <dgm:prSet phldrT="[Text]" phldr="0"/>
      <dgm:spPr/>
      <dgm:t>
        <a:bodyPr/>
        <a:lstStyle/>
        <a:p>
          <a:r>
            <a:rPr lang="da-DK" dirty="0"/>
            <a:t>Service </a:t>
          </a:r>
          <a:r>
            <a:rPr lang="da-DK" dirty="0" err="1"/>
            <a:t>Layer</a:t>
          </a:r>
          <a:endParaRPr lang="en-DK" dirty="0"/>
        </a:p>
      </dgm:t>
    </dgm:pt>
    <dgm:pt modelId="{B7354528-42E6-4522-9C1A-CCB7912BDFF8}" type="parTrans" cxnId="{CEF049E4-F496-4680-A047-8140AD107A87}">
      <dgm:prSet/>
      <dgm:spPr/>
      <dgm:t>
        <a:bodyPr/>
        <a:lstStyle/>
        <a:p>
          <a:endParaRPr lang="en-DK"/>
        </a:p>
      </dgm:t>
    </dgm:pt>
    <dgm:pt modelId="{98B98CAF-0163-49A2-BFCD-2F609B3FCEBD}" type="sibTrans" cxnId="{CEF049E4-F496-4680-A047-8140AD107A87}">
      <dgm:prSet/>
      <dgm:spPr/>
      <dgm:t>
        <a:bodyPr/>
        <a:lstStyle/>
        <a:p>
          <a:endParaRPr lang="en-DK"/>
        </a:p>
      </dgm:t>
    </dgm:pt>
    <dgm:pt modelId="{3D478332-2D8C-4B39-A6FE-6FF32E868E64}">
      <dgm:prSet phldrT="[Text]" phldr="0"/>
      <dgm:spPr/>
      <dgm:t>
        <a:bodyPr/>
        <a:lstStyle/>
        <a:p>
          <a:r>
            <a:rPr lang="da-DK" dirty="0"/>
            <a:t>Docker Manager</a:t>
          </a:r>
          <a:endParaRPr lang="en-DK" dirty="0"/>
        </a:p>
      </dgm:t>
    </dgm:pt>
    <dgm:pt modelId="{FE5033C3-C1EC-4968-B5A8-D73FBC7C50A0}" type="parTrans" cxnId="{2F07DC5E-BAA5-49EB-8958-F50EE7D5D324}">
      <dgm:prSet/>
      <dgm:spPr/>
      <dgm:t>
        <a:bodyPr/>
        <a:lstStyle/>
        <a:p>
          <a:endParaRPr lang="en-DK"/>
        </a:p>
      </dgm:t>
    </dgm:pt>
    <dgm:pt modelId="{8299E012-55E5-434C-AF8F-D457753BE837}" type="sibTrans" cxnId="{2F07DC5E-BAA5-49EB-8958-F50EE7D5D324}">
      <dgm:prSet/>
      <dgm:spPr/>
      <dgm:t>
        <a:bodyPr/>
        <a:lstStyle/>
        <a:p>
          <a:endParaRPr lang="en-DK"/>
        </a:p>
      </dgm:t>
    </dgm:pt>
    <dgm:pt modelId="{BF2831E9-AC8D-4E44-A6EB-528BE8D02BF1}" type="pres">
      <dgm:prSet presAssocID="{5C3B11EB-F4CE-41EB-9DF8-9A812AC51D35}" presName="linearFlow" presStyleCnt="0">
        <dgm:presLayoutVars>
          <dgm:dir/>
          <dgm:animLvl val="lvl"/>
          <dgm:resizeHandles val="exact"/>
        </dgm:presLayoutVars>
      </dgm:prSet>
      <dgm:spPr/>
    </dgm:pt>
    <dgm:pt modelId="{71BAB70F-06B8-4F13-8459-B1CEF8460171}" type="pres">
      <dgm:prSet presAssocID="{60C8FC0A-B22D-4CC6-A2D7-E91912A56FB2}" presName="composite" presStyleCnt="0"/>
      <dgm:spPr/>
    </dgm:pt>
    <dgm:pt modelId="{2468E2C8-1B9F-41AF-B8A7-8CECFC5E46B6}" type="pres">
      <dgm:prSet presAssocID="{60C8FC0A-B22D-4CC6-A2D7-E91912A56FB2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E466B47-33BC-4553-AFC8-0D6B43448F8A}" type="pres">
      <dgm:prSet presAssocID="{60C8FC0A-B22D-4CC6-A2D7-E91912A56FB2}" presName="parSh" presStyleLbl="node1" presStyleIdx="0" presStyleCnt="5"/>
      <dgm:spPr/>
    </dgm:pt>
    <dgm:pt modelId="{4EB4E6D9-1283-400D-89A7-D4040D47CF23}" type="pres">
      <dgm:prSet presAssocID="{60C8FC0A-B22D-4CC6-A2D7-E91912A56FB2}" presName="desTx" presStyleLbl="fgAcc1" presStyleIdx="0" presStyleCnt="5">
        <dgm:presLayoutVars>
          <dgm:bulletEnabled val="1"/>
        </dgm:presLayoutVars>
      </dgm:prSet>
      <dgm:spPr/>
    </dgm:pt>
    <dgm:pt modelId="{88C5D413-AA23-43E3-9DF9-5B06521779B7}" type="pres">
      <dgm:prSet presAssocID="{C3DD7971-DB03-4EBD-8619-334123923562}" presName="sibTrans" presStyleLbl="sibTrans2D1" presStyleIdx="0" presStyleCnt="4"/>
      <dgm:spPr/>
    </dgm:pt>
    <dgm:pt modelId="{B334ED44-6929-4BE6-8AEC-E1E97B925337}" type="pres">
      <dgm:prSet presAssocID="{C3DD7971-DB03-4EBD-8619-334123923562}" presName="connTx" presStyleLbl="sibTrans2D1" presStyleIdx="0" presStyleCnt="4"/>
      <dgm:spPr/>
    </dgm:pt>
    <dgm:pt modelId="{7AFF81BA-AC44-4ADF-B2AF-6F1EB8273534}" type="pres">
      <dgm:prSet presAssocID="{741937A3-0457-437F-A734-D43D73FB06CA}" presName="composite" presStyleCnt="0"/>
      <dgm:spPr/>
    </dgm:pt>
    <dgm:pt modelId="{3093261C-2375-4299-9E7F-7BB4665C624B}" type="pres">
      <dgm:prSet presAssocID="{741937A3-0457-437F-A734-D43D73FB06CA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E2A1B7C-98E0-465A-9CB1-21381415BC1A}" type="pres">
      <dgm:prSet presAssocID="{741937A3-0457-437F-A734-D43D73FB06CA}" presName="parSh" presStyleLbl="node1" presStyleIdx="1" presStyleCnt="5"/>
      <dgm:spPr/>
    </dgm:pt>
    <dgm:pt modelId="{6612DFA9-1737-44AD-92CB-B5A8E2F78502}" type="pres">
      <dgm:prSet presAssocID="{741937A3-0457-437F-A734-D43D73FB06CA}" presName="desTx" presStyleLbl="fgAcc1" presStyleIdx="1" presStyleCnt="5">
        <dgm:presLayoutVars>
          <dgm:bulletEnabled val="1"/>
        </dgm:presLayoutVars>
      </dgm:prSet>
      <dgm:spPr/>
    </dgm:pt>
    <dgm:pt modelId="{785CA91C-1B41-4568-B2AB-EB553F9C146F}" type="pres">
      <dgm:prSet presAssocID="{CB820056-6F69-43AA-8BAA-6941F4B24574}" presName="sibTrans" presStyleLbl="sibTrans2D1" presStyleIdx="1" presStyleCnt="4"/>
      <dgm:spPr/>
    </dgm:pt>
    <dgm:pt modelId="{AE8B4D1D-A053-4DD2-89B4-FBB4D8EE27D5}" type="pres">
      <dgm:prSet presAssocID="{CB820056-6F69-43AA-8BAA-6941F4B24574}" presName="connTx" presStyleLbl="sibTrans2D1" presStyleIdx="1" presStyleCnt="4"/>
      <dgm:spPr/>
    </dgm:pt>
    <dgm:pt modelId="{DC5E5052-1E47-4FDD-BE15-F392FE39BCD9}" type="pres">
      <dgm:prSet presAssocID="{48E8A59B-43EB-458C-8DD2-1F36E1EEB545}" presName="composite" presStyleCnt="0"/>
      <dgm:spPr/>
    </dgm:pt>
    <dgm:pt modelId="{CBF44456-2195-4BBE-B709-381D3458AF5C}" type="pres">
      <dgm:prSet presAssocID="{48E8A59B-43EB-458C-8DD2-1F36E1EEB545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9BEC3003-6292-4E89-9903-E6BA7BA17814}" type="pres">
      <dgm:prSet presAssocID="{48E8A59B-43EB-458C-8DD2-1F36E1EEB545}" presName="parSh" presStyleLbl="node1" presStyleIdx="2" presStyleCnt="5"/>
      <dgm:spPr/>
    </dgm:pt>
    <dgm:pt modelId="{75E05F24-C06C-4599-B959-F715C60EA887}" type="pres">
      <dgm:prSet presAssocID="{48E8A59B-43EB-458C-8DD2-1F36E1EEB545}" presName="desTx" presStyleLbl="fgAcc1" presStyleIdx="2" presStyleCnt="5">
        <dgm:presLayoutVars>
          <dgm:bulletEnabled val="1"/>
        </dgm:presLayoutVars>
      </dgm:prSet>
      <dgm:spPr/>
    </dgm:pt>
    <dgm:pt modelId="{B98D525A-27FE-4975-BD83-2233B28CBD5F}" type="pres">
      <dgm:prSet presAssocID="{8A38CF08-06A8-4849-8EA0-1522801A1276}" presName="sibTrans" presStyleLbl="sibTrans2D1" presStyleIdx="2" presStyleCnt="4"/>
      <dgm:spPr/>
    </dgm:pt>
    <dgm:pt modelId="{946050AC-81A5-4C66-BB4F-8B72827C35F3}" type="pres">
      <dgm:prSet presAssocID="{8A38CF08-06A8-4849-8EA0-1522801A1276}" presName="connTx" presStyleLbl="sibTrans2D1" presStyleIdx="2" presStyleCnt="4"/>
      <dgm:spPr/>
    </dgm:pt>
    <dgm:pt modelId="{C11457A3-DC88-4654-A642-024AAE537566}" type="pres">
      <dgm:prSet presAssocID="{8C600074-4432-4089-9A98-0113CF88D31C}" presName="composite" presStyleCnt="0"/>
      <dgm:spPr/>
    </dgm:pt>
    <dgm:pt modelId="{38E34B23-131A-4B3A-BC22-E876C9820612}" type="pres">
      <dgm:prSet presAssocID="{8C600074-4432-4089-9A98-0113CF88D31C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C80E20A7-918D-4476-9ACD-300B608474BC}" type="pres">
      <dgm:prSet presAssocID="{8C600074-4432-4089-9A98-0113CF88D31C}" presName="parSh" presStyleLbl="node1" presStyleIdx="3" presStyleCnt="5"/>
      <dgm:spPr/>
    </dgm:pt>
    <dgm:pt modelId="{7C7E2FCC-7A04-4B4F-928B-C11AC988EDC1}" type="pres">
      <dgm:prSet presAssocID="{8C600074-4432-4089-9A98-0113CF88D31C}" presName="desTx" presStyleLbl="fgAcc1" presStyleIdx="3" presStyleCnt="5">
        <dgm:presLayoutVars>
          <dgm:bulletEnabled val="1"/>
        </dgm:presLayoutVars>
      </dgm:prSet>
      <dgm:spPr/>
    </dgm:pt>
    <dgm:pt modelId="{0ABE8098-D5AC-4013-B449-4273CF0208B1}" type="pres">
      <dgm:prSet presAssocID="{84200F75-860E-426C-BC9B-40ABC30841C6}" presName="sibTrans" presStyleLbl="sibTrans2D1" presStyleIdx="3" presStyleCnt="4"/>
      <dgm:spPr/>
    </dgm:pt>
    <dgm:pt modelId="{3C28E7ED-1A7C-47DA-B440-A19263F5EA71}" type="pres">
      <dgm:prSet presAssocID="{84200F75-860E-426C-BC9B-40ABC30841C6}" presName="connTx" presStyleLbl="sibTrans2D1" presStyleIdx="3" presStyleCnt="4"/>
      <dgm:spPr/>
    </dgm:pt>
    <dgm:pt modelId="{ED3C0472-8753-4BB9-AC73-48C2D78C4078}" type="pres">
      <dgm:prSet presAssocID="{8C440A6C-2EB2-4762-93B9-04DE9564A00E}" presName="composite" presStyleCnt="0"/>
      <dgm:spPr/>
    </dgm:pt>
    <dgm:pt modelId="{C364ED82-86C0-4D83-A519-935B8B1E549F}" type="pres">
      <dgm:prSet presAssocID="{8C440A6C-2EB2-4762-93B9-04DE9564A00E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F431F59-6DA4-476D-931A-4DC6D3AD58FD}" type="pres">
      <dgm:prSet presAssocID="{8C440A6C-2EB2-4762-93B9-04DE9564A00E}" presName="parSh" presStyleLbl="node1" presStyleIdx="4" presStyleCnt="5"/>
      <dgm:spPr/>
    </dgm:pt>
    <dgm:pt modelId="{8AD02CAE-081C-4249-BF25-4BE4F8AECD8D}" type="pres">
      <dgm:prSet presAssocID="{8C440A6C-2EB2-4762-93B9-04DE9564A00E}" presName="desTx" presStyleLbl="fgAcc1" presStyleIdx="4" presStyleCnt="5">
        <dgm:presLayoutVars>
          <dgm:bulletEnabled val="1"/>
        </dgm:presLayoutVars>
      </dgm:prSet>
      <dgm:spPr/>
    </dgm:pt>
  </dgm:ptLst>
  <dgm:cxnLst>
    <dgm:cxn modelId="{89E58E0F-37BF-4DFC-8736-AAD6AECEA52D}" type="presOf" srcId="{76DE4C65-C43B-4FA3-A715-7E9700D0FFAB}" destId="{75E05F24-C06C-4599-B959-F715C60EA887}" srcOrd="0" destOrd="0" presId="urn:microsoft.com/office/officeart/2005/8/layout/process3"/>
    <dgm:cxn modelId="{59667521-70DB-41B1-9FBA-2C5C12C46F9C}" srcId="{5C3B11EB-F4CE-41EB-9DF8-9A812AC51D35}" destId="{8C600074-4432-4089-9A98-0113CF88D31C}" srcOrd="3" destOrd="0" parTransId="{E35040D1-5574-47E8-93DA-A5741E1D9905}" sibTransId="{84200F75-860E-426C-BC9B-40ABC30841C6}"/>
    <dgm:cxn modelId="{EAC98228-6C5F-46D8-98F9-A5D136649A26}" type="presOf" srcId="{48E8A59B-43EB-458C-8DD2-1F36E1EEB545}" destId="{9BEC3003-6292-4E89-9903-E6BA7BA17814}" srcOrd="1" destOrd="0" presId="urn:microsoft.com/office/officeart/2005/8/layout/process3"/>
    <dgm:cxn modelId="{DF32CE3C-A2F4-4811-B1E8-EC5AA15911A6}" type="presOf" srcId="{C54C0351-A76D-4EA5-AEDF-DE1BA596CF98}" destId="{4EB4E6D9-1283-400D-89A7-D4040D47CF23}" srcOrd="0" destOrd="0" presId="urn:microsoft.com/office/officeart/2005/8/layout/process3"/>
    <dgm:cxn modelId="{2F07DC5E-BAA5-49EB-8958-F50EE7D5D324}" srcId="{8C440A6C-2EB2-4762-93B9-04DE9564A00E}" destId="{3D478332-2D8C-4B39-A6FE-6FF32E868E64}" srcOrd="0" destOrd="0" parTransId="{FE5033C3-C1EC-4968-B5A8-D73FBC7C50A0}" sibTransId="{8299E012-55E5-434C-AF8F-D457753BE837}"/>
    <dgm:cxn modelId="{C8150863-5EB4-4DFD-BC05-07C8394E5E72}" type="presOf" srcId="{84200F75-860E-426C-BC9B-40ABC30841C6}" destId="{0ABE8098-D5AC-4013-B449-4273CF0208B1}" srcOrd="0" destOrd="0" presId="urn:microsoft.com/office/officeart/2005/8/layout/process3"/>
    <dgm:cxn modelId="{CD372544-C7F3-4F43-9873-FFECE2068C7B}" type="presOf" srcId="{60C8FC0A-B22D-4CC6-A2D7-E91912A56FB2}" destId="{2468E2C8-1B9F-41AF-B8A7-8CECFC5E46B6}" srcOrd="0" destOrd="0" presId="urn:microsoft.com/office/officeart/2005/8/layout/process3"/>
    <dgm:cxn modelId="{9DA0BC66-7A6E-4056-9271-81DEDCE6046A}" type="presOf" srcId="{845E3586-3299-4ABE-9AD7-31E532F120FD}" destId="{7C7E2FCC-7A04-4B4F-928B-C11AC988EDC1}" srcOrd="0" destOrd="0" presId="urn:microsoft.com/office/officeart/2005/8/layout/process3"/>
    <dgm:cxn modelId="{DB1A4268-B75D-4CCD-846B-D0D6FB7BCE9B}" srcId="{5C3B11EB-F4CE-41EB-9DF8-9A812AC51D35}" destId="{60C8FC0A-B22D-4CC6-A2D7-E91912A56FB2}" srcOrd="0" destOrd="0" parTransId="{9D3CEC5B-9BC0-40C0-9B06-6F417DDF186C}" sibTransId="{C3DD7971-DB03-4EBD-8619-334123923562}"/>
    <dgm:cxn modelId="{5D102F49-BE9F-44AD-BA80-65627AE37BD4}" srcId="{48E8A59B-43EB-458C-8DD2-1F36E1EEB545}" destId="{76DE4C65-C43B-4FA3-A715-7E9700D0FFAB}" srcOrd="0" destOrd="0" parTransId="{60C43C85-E77D-4A9E-BAF3-29A775D35371}" sibTransId="{8ACF49A9-F30B-4BD5-A5DC-63E1A7D1B1B1}"/>
    <dgm:cxn modelId="{F66C9D6A-4724-4CB2-B91A-6E6ED7C498BB}" type="presOf" srcId="{C3DD7971-DB03-4EBD-8619-334123923562}" destId="{B334ED44-6929-4BE6-8AEC-E1E97B925337}" srcOrd="1" destOrd="0" presId="urn:microsoft.com/office/officeart/2005/8/layout/process3"/>
    <dgm:cxn modelId="{2318B94B-97B3-40A3-B30F-CFD67867C913}" type="presOf" srcId="{741937A3-0457-437F-A734-D43D73FB06CA}" destId="{3093261C-2375-4299-9E7F-7BB4665C624B}" srcOrd="0" destOrd="0" presId="urn:microsoft.com/office/officeart/2005/8/layout/process3"/>
    <dgm:cxn modelId="{DB489A6F-7C86-452C-9096-2EA4765C0150}" type="presOf" srcId="{C3DD7971-DB03-4EBD-8619-334123923562}" destId="{88C5D413-AA23-43E3-9DF9-5B06521779B7}" srcOrd="0" destOrd="0" presId="urn:microsoft.com/office/officeart/2005/8/layout/process3"/>
    <dgm:cxn modelId="{BE0B3558-CA26-4252-B8CB-3F82D174328A}" srcId="{8C600074-4432-4089-9A98-0113CF88D31C}" destId="{845E3586-3299-4ABE-9AD7-31E532F120FD}" srcOrd="0" destOrd="0" parTransId="{5899C6CA-B00A-42E2-8134-994990753780}" sibTransId="{BAFF31F1-E294-4D61-B2A8-2989F30C5428}"/>
    <dgm:cxn modelId="{10D20780-1D10-487C-B687-3442CA372E0F}" type="presOf" srcId="{741937A3-0457-437F-A734-D43D73FB06CA}" destId="{DE2A1B7C-98E0-465A-9CB1-21381415BC1A}" srcOrd="1" destOrd="0" presId="urn:microsoft.com/office/officeart/2005/8/layout/process3"/>
    <dgm:cxn modelId="{1C9ECE8B-CDE2-4373-84C5-2B7591BB064F}" type="presOf" srcId="{5C3B11EB-F4CE-41EB-9DF8-9A812AC51D35}" destId="{BF2831E9-AC8D-4E44-A6EB-528BE8D02BF1}" srcOrd="0" destOrd="0" presId="urn:microsoft.com/office/officeart/2005/8/layout/process3"/>
    <dgm:cxn modelId="{9183E18E-44D6-4DE4-8E14-2EC9C4223A50}" type="presOf" srcId="{8C440A6C-2EB2-4762-93B9-04DE9564A00E}" destId="{C364ED82-86C0-4D83-A519-935B8B1E549F}" srcOrd="0" destOrd="0" presId="urn:microsoft.com/office/officeart/2005/8/layout/process3"/>
    <dgm:cxn modelId="{1CB6EE8E-1D12-4D6B-882D-B5440589777C}" srcId="{5C3B11EB-F4CE-41EB-9DF8-9A812AC51D35}" destId="{741937A3-0457-437F-A734-D43D73FB06CA}" srcOrd="1" destOrd="0" parTransId="{BC990FA6-2030-49ED-9CDE-7795B89EF711}" sibTransId="{CB820056-6F69-43AA-8BAA-6941F4B24574}"/>
    <dgm:cxn modelId="{0FFAB39F-82A9-4CB5-BCE8-CDCCE4EE07DB}" srcId="{60C8FC0A-B22D-4CC6-A2D7-E91912A56FB2}" destId="{C54C0351-A76D-4EA5-AEDF-DE1BA596CF98}" srcOrd="0" destOrd="0" parTransId="{36597A89-A26D-4022-9F31-68FC9B00B173}" sibTransId="{C7D58496-6E6A-4F3A-8C47-80B7359BD5A9}"/>
    <dgm:cxn modelId="{F3BC37A2-28F6-4ED7-88E9-D7B68D4E561C}" srcId="{5C3B11EB-F4CE-41EB-9DF8-9A812AC51D35}" destId="{48E8A59B-43EB-458C-8DD2-1F36E1EEB545}" srcOrd="2" destOrd="0" parTransId="{E9209799-B574-4B9A-9CD1-F1C6D6DE1CF0}" sibTransId="{8A38CF08-06A8-4849-8EA0-1522801A1276}"/>
    <dgm:cxn modelId="{4DE8B7A6-AD96-4E24-BB08-E3533D7645A1}" type="presOf" srcId="{8C600074-4432-4089-9A98-0113CF88D31C}" destId="{C80E20A7-918D-4476-9ACD-300B608474BC}" srcOrd="1" destOrd="0" presId="urn:microsoft.com/office/officeart/2005/8/layout/process3"/>
    <dgm:cxn modelId="{CBD905AA-ABA4-43F5-85D8-AFA0B712342D}" type="presOf" srcId="{8A38CF08-06A8-4849-8EA0-1522801A1276}" destId="{B98D525A-27FE-4975-BD83-2233B28CBD5F}" srcOrd="0" destOrd="0" presId="urn:microsoft.com/office/officeart/2005/8/layout/process3"/>
    <dgm:cxn modelId="{E4B8E8B9-A0B2-4EE6-8510-9E7E72B81F91}" type="presOf" srcId="{3D478332-2D8C-4B39-A6FE-6FF32E868E64}" destId="{8AD02CAE-081C-4249-BF25-4BE4F8AECD8D}" srcOrd="0" destOrd="0" presId="urn:microsoft.com/office/officeart/2005/8/layout/process3"/>
    <dgm:cxn modelId="{D98830BF-68A1-465C-9A30-9498FFC85C96}" type="presOf" srcId="{8C440A6C-2EB2-4762-93B9-04DE9564A00E}" destId="{8F431F59-6DA4-476D-931A-4DC6D3AD58FD}" srcOrd="1" destOrd="0" presId="urn:microsoft.com/office/officeart/2005/8/layout/process3"/>
    <dgm:cxn modelId="{3FF67BBF-8CC5-4B74-AF6E-E8EA4FAF79AF}" type="presOf" srcId="{48E8A59B-43EB-458C-8DD2-1F36E1EEB545}" destId="{CBF44456-2195-4BBE-B709-381D3458AF5C}" srcOrd="0" destOrd="0" presId="urn:microsoft.com/office/officeart/2005/8/layout/process3"/>
    <dgm:cxn modelId="{521758C0-FD19-4405-A543-FE5EEF17A8EA}" type="presOf" srcId="{CB820056-6F69-43AA-8BAA-6941F4B24574}" destId="{AE8B4D1D-A053-4DD2-89B4-FBB4D8EE27D5}" srcOrd="1" destOrd="0" presId="urn:microsoft.com/office/officeart/2005/8/layout/process3"/>
    <dgm:cxn modelId="{61AA8FC3-FC40-4EFA-98F3-49B5D6D7E2EF}" type="presOf" srcId="{CB820056-6F69-43AA-8BAA-6941F4B24574}" destId="{785CA91C-1B41-4568-B2AB-EB553F9C146F}" srcOrd="0" destOrd="0" presId="urn:microsoft.com/office/officeart/2005/8/layout/process3"/>
    <dgm:cxn modelId="{AE3A01CC-50BA-48F4-88F8-A4C403138FFB}" type="presOf" srcId="{8C600074-4432-4089-9A98-0113CF88D31C}" destId="{38E34B23-131A-4B3A-BC22-E876C9820612}" srcOrd="0" destOrd="0" presId="urn:microsoft.com/office/officeart/2005/8/layout/process3"/>
    <dgm:cxn modelId="{72F49ECE-B1A0-4938-83C0-7AC6263A4223}" type="presOf" srcId="{AB367728-F174-4DD6-A2C6-180BCD3FB268}" destId="{6612DFA9-1737-44AD-92CB-B5A8E2F78502}" srcOrd="0" destOrd="0" presId="urn:microsoft.com/office/officeart/2005/8/layout/process3"/>
    <dgm:cxn modelId="{3E074CDE-31BE-467F-89ED-4691E547B083}" srcId="{741937A3-0457-437F-A734-D43D73FB06CA}" destId="{AB367728-F174-4DD6-A2C6-180BCD3FB268}" srcOrd="0" destOrd="0" parTransId="{89A610FB-EC44-409B-937F-ED8845A7FDC3}" sibTransId="{F0C07665-2BD3-4D44-B99D-9101036982D9}"/>
    <dgm:cxn modelId="{CEF049E4-F496-4680-A047-8140AD107A87}" srcId="{5C3B11EB-F4CE-41EB-9DF8-9A812AC51D35}" destId="{8C440A6C-2EB2-4762-93B9-04DE9564A00E}" srcOrd="4" destOrd="0" parTransId="{B7354528-42E6-4522-9C1A-CCB7912BDFF8}" sibTransId="{98B98CAF-0163-49A2-BFCD-2F609B3FCEBD}"/>
    <dgm:cxn modelId="{202C6DF0-2904-46C6-B391-05EC25BE8B03}" type="presOf" srcId="{84200F75-860E-426C-BC9B-40ABC30841C6}" destId="{3C28E7ED-1A7C-47DA-B440-A19263F5EA71}" srcOrd="1" destOrd="0" presId="urn:microsoft.com/office/officeart/2005/8/layout/process3"/>
    <dgm:cxn modelId="{6B2360F4-BA4E-4A88-8549-7BBE8E3DFC18}" type="presOf" srcId="{60C8FC0A-B22D-4CC6-A2D7-E91912A56FB2}" destId="{4E466B47-33BC-4553-AFC8-0D6B43448F8A}" srcOrd="1" destOrd="0" presId="urn:microsoft.com/office/officeart/2005/8/layout/process3"/>
    <dgm:cxn modelId="{4A2AB3F9-E823-40B4-9801-06119687E4F9}" type="presOf" srcId="{8A38CF08-06A8-4849-8EA0-1522801A1276}" destId="{946050AC-81A5-4C66-BB4F-8B72827C35F3}" srcOrd="1" destOrd="0" presId="urn:microsoft.com/office/officeart/2005/8/layout/process3"/>
    <dgm:cxn modelId="{31735567-A4EA-4EE4-9AF0-B7FF2E825575}" type="presParOf" srcId="{BF2831E9-AC8D-4E44-A6EB-528BE8D02BF1}" destId="{71BAB70F-06B8-4F13-8459-B1CEF8460171}" srcOrd="0" destOrd="0" presId="urn:microsoft.com/office/officeart/2005/8/layout/process3"/>
    <dgm:cxn modelId="{9665311F-8F64-4D41-BED2-6AA5FC47CD40}" type="presParOf" srcId="{71BAB70F-06B8-4F13-8459-B1CEF8460171}" destId="{2468E2C8-1B9F-41AF-B8A7-8CECFC5E46B6}" srcOrd="0" destOrd="0" presId="urn:microsoft.com/office/officeart/2005/8/layout/process3"/>
    <dgm:cxn modelId="{D305FBB3-3BF3-49D6-BF38-5A4785564BE4}" type="presParOf" srcId="{71BAB70F-06B8-4F13-8459-B1CEF8460171}" destId="{4E466B47-33BC-4553-AFC8-0D6B43448F8A}" srcOrd="1" destOrd="0" presId="urn:microsoft.com/office/officeart/2005/8/layout/process3"/>
    <dgm:cxn modelId="{FA8BFCC8-12D8-4CBF-B3AF-28E93C1C0F8E}" type="presParOf" srcId="{71BAB70F-06B8-4F13-8459-B1CEF8460171}" destId="{4EB4E6D9-1283-400D-89A7-D4040D47CF23}" srcOrd="2" destOrd="0" presId="urn:microsoft.com/office/officeart/2005/8/layout/process3"/>
    <dgm:cxn modelId="{38AB3542-2BB2-486A-BDB9-5272D1384AD5}" type="presParOf" srcId="{BF2831E9-AC8D-4E44-A6EB-528BE8D02BF1}" destId="{88C5D413-AA23-43E3-9DF9-5B06521779B7}" srcOrd="1" destOrd="0" presId="urn:microsoft.com/office/officeart/2005/8/layout/process3"/>
    <dgm:cxn modelId="{BC1F5DEE-6CAD-4F22-A615-A570DF3E8BE4}" type="presParOf" srcId="{88C5D413-AA23-43E3-9DF9-5B06521779B7}" destId="{B334ED44-6929-4BE6-8AEC-E1E97B925337}" srcOrd="0" destOrd="0" presId="urn:microsoft.com/office/officeart/2005/8/layout/process3"/>
    <dgm:cxn modelId="{1F8C8145-B7D6-4C12-BEC5-AC80D02F9232}" type="presParOf" srcId="{BF2831E9-AC8D-4E44-A6EB-528BE8D02BF1}" destId="{7AFF81BA-AC44-4ADF-B2AF-6F1EB8273534}" srcOrd="2" destOrd="0" presId="urn:microsoft.com/office/officeart/2005/8/layout/process3"/>
    <dgm:cxn modelId="{546C3A57-4087-40DD-813E-C2EED3E049D9}" type="presParOf" srcId="{7AFF81BA-AC44-4ADF-B2AF-6F1EB8273534}" destId="{3093261C-2375-4299-9E7F-7BB4665C624B}" srcOrd="0" destOrd="0" presId="urn:microsoft.com/office/officeart/2005/8/layout/process3"/>
    <dgm:cxn modelId="{ABBE9490-E654-4B59-BD7F-D67536717D76}" type="presParOf" srcId="{7AFF81BA-AC44-4ADF-B2AF-6F1EB8273534}" destId="{DE2A1B7C-98E0-465A-9CB1-21381415BC1A}" srcOrd="1" destOrd="0" presId="urn:microsoft.com/office/officeart/2005/8/layout/process3"/>
    <dgm:cxn modelId="{F9D0E5DD-09DC-47AB-924F-E37C7F902BB6}" type="presParOf" srcId="{7AFF81BA-AC44-4ADF-B2AF-6F1EB8273534}" destId="{6612DFA9-1737-44AD-92CB-B5A8E2F78502}" srcOrd="2" destOrd="0" presId="urn:microsoft.com/office/officeart/2005/8/layout/process3"/>
    <dgm:cxn modelId="{BFAE5388-7106-43BD-85B8-EA0AE11A6ECF}" type="presParOf" srcId="{BF2831E9-AC8D-4E44-A6EB-528BE8D02BF1}" destId="{785CA91C-1B41-4568-B2AB-EB553F9C146F}" srcOrd="3" destOrd="0" presId="urn:microsoft.com/office/officeart/2005/8/layout/process3"/>
    <dgm:cxn modelId="{834C63E2-C3CD-4823-A554-D10CF0C3C612}" type="presParOf" srcId="{785CA91C-1B41-4568-B2AB-EB553F9C146F}" destId="{AE8B4D1D-A053-4DD2-89B4-FBB4D8EE27D5}" srcOrd="0" destOrd="0" presId="urn:microsoft.com/office/officeart/2005/8/layout/process3"/>
    <dgm:cxn modelId="{A7E5466A-1DA8-40F0-B8D1-B7950B876A3F}" type="presParOf" srcId="{BF2831E9-AC8D-4E44-A6EB-528BE8D02BF1}" destId="{DC5E5052-1E47-4FDD-BE15-F392FE39BCD9}" srcOrd="4" destOrd="0" presId="urn:microsoft.com/office/officeart/2005/8/layout/process3"/>
    <dgm:cxn modelId="{64F1F60B-E4DD-4609-9F0D-0C312D789B6E}" type="presParOf" srcId="{DC5E5052-1E47-4FDD-BE15-F392FE39BCD9}" destId="{CBF44456-2195-4BBE-B709-381D3458AF5C}" srcOrd="0" destOrd="0" presId="urn:microsoft.com/office/officeart/2005/8/layout/process3"/>
    <dgm:cxn modelId="{849E431B-D1E0-4A88-A89C-D612BE291CBE}" type="presParOf" srcId="{DC5E5052-1E47-4FDD-BE15-F392FE39BCD9}" destId="{9BEC3003-6292-4E89-9903-E6BA7BA17814}" srcOrd="1" destOrd="0" presId="urn:microsoft.com/office/officeart/2005/8/layout/process3"/>
    <dgm:cxn modelId="{B35303D7-2FBE-47D2-B8D9-20D98D1085A5}" type="presParOf" srcId="{DC5E5052-1E47-4FDD-BE15-F392FE39BCD9}" destId="{75E05F24-C06C-4599-B959-F715C60EA887}" srcOrd="2" destOrd="0" presId="urn:microsoft.com/office/officeart/2005/8/layout/process3"/>
    <dgm:cxn modelId="{BB039315-9E62-4E95-A41A-2463307B702E}" type="presParOf" srcId="{BF2831E9-AC8D-4E44-A6EB-528BE8D02BF1}" destId="{B98D525A-27FE-4975-BD83-2233B28CBD5F}" srcOrd="5" destOrd="0" presId="urn:microsoft.com/office/officeart/2005/8/layout/process3"/>
    <dgm:cxn modelId="{60BAD3A0-3E60-41DB-9E6F-CEF7B6D8E9EA}" type="presParOf" srcId="{B98D525A-27FE-4975-BD83-2233B28CBD5F}" destId="{946050AC-81A5-4C66-BB4F-8B72827C35F3}" srcOrd="0" destOrd="0" presId="urn:microsoft.com/office/officeart/2005/8/layout/process3"/>
    <dgm:cxn modelId="{25ACB99B-1945-4F2C-8EAF-5C4FB4A9B94C}" type="presParOf" srcId="{BF2831E9-AC8D-4E44-A6EB-528BE8D02BF1}" destId="{C11457A3-DC88-4654-A642-024AAE537566}" srcOrd="6" destOrd="0" presId="urn:microsoft.com/office/officeart/2005/8/layout/process3"/>
    <dgm:cxn modelId="{BBD63F8A-F225-4C52-9974-8BC1DB8D00FA}" type="presParOf" srcId="{C11457A3-DC88-4654-A642-024AAE537566}" destId="{38E34B23-131A-4B3A-BC22-E876C9820612}" srcOrd="0" destOrd="0" presId="urn:microsoft.com/office/officeart/2005/8/layout/process3"/>
    <dgm:cxn modelId="{7EC340AF-0321-4870-A7DD-1675C1F8F07B}" type="presParOf" srcId="{C11457A3-DC88-4654-A642-024AAE537566}" destId="{C80E20A7-918D-4476-9ACD-300B608474BC}" srcOrd="1" destOrd="0" presId="urn:microsoft.com/office/officeart/2005/8/layout/process3"/>
    <dgm:cxn modelId="{EDF9C3AA-B86D-4E8A-AC14-DA7FD4BA2E90}" type="presParOf" srcId="{C11457A3-DC88-4654-A642-024AAE537566}" destId="{7C7E2FCC-7A04-4B4F-928B-C11AC988EDC1}" srcOrd="2" destOrd="0" presId="urn:microsoft.com/office/officeart/2005/8/layout/process3"/>
    <dgm:cxn modelId="{DF365972-EFF1-4C79-A491-A59661D7B6A2}" type="presParOf" srcId="{BF2831E9-AC8D-4E44-A6EB-528BE8D02BF1}" destId="{0ABE8098-D5AC-4013-B449-4273CF0208B1}" srcOrd="7" destOrd="0" presId="urn:microsoft.com/office/officeart/2005/8/layout/process3"/>
    <dgm:cxn modelId="{6D6DA295-6892-4277-A4ED-07C0402D77E3}" type="presParOf" srcId="{0ABE8098-D5AC-4013-B449-4273CF0208B1}" destId="{3C28E7ED-1A7C-47DA-B440-A19263F5EA71}" srcOrd="0" destOrd="0" presId="urn:microsoft.com/office/officeart/2005/8/layout/process3"/>
    <dgm:cxn modelId="{0EB04292-D910-48ED-9CC4-A330B8EAFA69}" type="presParOf" srcId="{BF2831E9-AC8D-4E44-A6EB-528BE8D02BF1}" destId="{ED3C0472-8753-4BB9-AC73-48C2D78C4078}" srcOrd="8" destOrd="0" presId="urn:microsoft.com/office/officeart/2005/8/layout/process3"/>
    <dgm:cxn modelId="{ACFDBE33-15A2-465A-8A3D-EC94537B929C}" type="presParOf" srcId="{ED3C0472-8753-4BB9-AC73-48C2D78C4078}" destId="{C364ED82-86C0-4D83-A519-935B8B1E549F}" srcOrd="0" destOrd="0" presId="urn:microsoft.com/office/officeart/2005/8/layout/process3"/>
    <dgm:cxn modelId="{A8F5EDE7-FA8E-4A72-B72D-08B05D04CE60}" type="presParOf" srcId="{ED3C0472-8753-4BB9-AC73-48C2D78C4078}" destId="{8F431F59-6DA4-476D-931A-4DC6D3AD58FD}" srcOrd="1" destOrd="0" presId="urn:microsoft.com/office/officeart/2005/8/layout/process3"/>
    <dgm:cxn modelId="{B98538AF-37FE-449A-86A9-25A2271CE903}" type="presParOf" srcId="{ED3C0472-8753-4BB9-AC73-48C2D78C4078}" destId="{8AD02CAE-081C-4249-BF25-4BE4F8AECD8D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B68AFD-31C1-437A-B720-30B64ACF101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FAC48E52-862F-4D9C-B13F-4D2464F68BBB}">
      <dgm:prSet phldrT="[Text]" phldr="0"/>
      <dgm:spPr/>
      <dgm:t>
        <a:bodyPr/>
        <a:lstStyle/>
        <a:p>
          <a:r>
            <a:rPr lang="da-DK" dirty="0"/>
            <a:t>Docker API</a:t>
          </a:r>
          <a:endParaRPr lang="en-DK" dirty="0"/>
        </a:p>
      </dgm:t>
    </dgm:pt>
    <dgm:pt modelId="{0BF98EDF-A96B-4C9C-BEB9-41C3A63BFD0B}" type="parTrans" cxnId="{A81BAA0E-8C17-4E62-9830-6A58F0FA20A9}">
      <dgm:prSet/>
      <dgm:spPr/>
      <dgm:t>
        <a:bodyPr/>
        <a:lstStyle/>
        <a:p>
          <a:endParaRPr lang="en-DK"/>
        </a:p>
      </dgm:t>
    </dgm:pt>
    <dgm:pt modelId="{D491369D-4D8C-43F1-8E73-FE286BE04021}" type="sibTrans" cxnId="{A81BAA0E-8C17-4E62-9830-6A58F0FA20A9}">
      <dgm:prSet/>
      <dgm:spPr/>
      <dgm:t>
        <a:bodyPr/>
        <a:lstStyle/>
        <a:p>
          <a:endParaRPr lang="en-DK"/>
        </a:p>
      </dgm:t>
    </dgm:pt>
    <dgm:pt modelId="{CD34354D-EA81-4E84-AFF3-D6A85C251DFF}">
      <dgm:prSet phldrT="[Text]" phldr="0"/>
      <dgm:spPr/>
      <dgm:t>
        <a:bodyPr/>
        <a:lstStyle/>
        <a:p>
          <a:r>
            <a:rPr lang="da-DK" dirty="0"/>
            <a:t>Container Info</a:t>
          </a:r>
          <a:endParaRPr lang="en-DK" dirty="0"/>
        </a:p>
      </dgm:t>
    </dgm:pt>
    <dgm:pt modelId="{2D8200FF-BE0C-42D0-BD6A-75936C1B504E}" type="parTrans" cxnId="{239D7899-8AD8-460A-8B4C-3AFA61A8F662}">
      <dgm:prSet/>
      <dgm:spPr/>
      <dgm:t>
        <a:bodyPr/>
        <a:lstStyle/>
        <a:p>
          <a:endParaRPr lang="en-DK"/>
        </a:p>
      </dgm:t>
    </dgm:pt>
    <dgm:pt modelId="{F3EC0477-4308-4BEA-A7D2-4157F0A663A4}" type="sibTrans" cxnId="{239D7899-8AD8-460A-8B4C-3AFA61A8F662}">
      <dgm:prSet/>
      <dgm:spPr/>
      <dgm:t>
        <a:bodyPr/>
        <a:lstStyle/>
        <a:p>
          <a:endParaRPr lang="en-DK"/>
        </a:p>
      </dgm:t>
    </dgm:pt>
    <dgm:pt modelId="{B6C74E8F-9221-4B53-9AC2-1D3ED6054ACF}">
      <dgm:prSet phldrT="[Text]" phldr="0"/>
      <dgm:spPr/>
      <dgm:t>
        <a:bodyPr/>
        <a:lstStyle/>
        <a:p>
          <a:r>
            <a:rPr lang="da-DK" dirty="0" err="1"/>
            <a:t>PostgreSQL</a:t>
          </a:r>
          <a:endParaRPr lang="en-DK" dirty="0"/>
        </a:p>
      </dgm:t>
    </dgm:pt>
    <dgm:pt modelId="{C984AA21-4DC2-4DC5-9DF7-594C74D11913}" type="parTrans" cxnId="{2E5F3A47-A8CB-4B82-A71F-FCDD8F3A58AA}">
      <dgm:prSet/>
      <dgm:spPr/>
      <dgm:t>
        <a:bodyPr/>
        <a:lstStyle/>
        <a:p>
          <a:endParaRPr lang="en-DK"/>
        </a:p>
      </dgm:t>
    </dgm:pt>
    <dgm:pt modelId="{FC6A973F-48E1-4E65-9F35-45D418C3F4EF}" type="sibTrans" cxnId="{2E5F3A47-A8CB-4B82-A71F-FCDD8F3A58AA}">
      <dgm:prSet/>
      <dgm:spPr/>
      <dgm:t>
        <a:bodyPr/>
        <a:lstStyle/>
        <a:p>
          <a:endParaRPr lang="en-DK"/>
        </a:p>
      </dgm:t>
    </dgm:pt>
    <dgm:pt modelId="{9D9C98F7-C45D-41CB-B35D-6371E0CEEE6D}">
      <dgm:prSet phldrT="[Text]" phldr="0"/>
      <dgm:spPr/>
      <dgm:t>
        <a:bodyPr/>
        <a:lstStyle/>
        <a:p>
          <a:r>
            <a:rPr lang="da-DK" dirty="0"/>
            <a:t>Metadata</a:t>
          </a:r>
          <a:endParaRPr lang="en-DK" dirty="0"/>
        </a:p>
      </dgm:t>
    </dgm:pt>
    <dgm:pt modelId="{087E61E5-18BE-4F46-B27E-25B64D3B2C0C}" type="parTrans" cxnId="{D5429FC5-C539-46A3-A4BB-BFB365A05ACE}">
      <dgm:prSet/>
      <dgm:spPr/>
      <dgm:t>
        <a:bodyPr/>
        <a:lstStyle/>
        <a:p>
          <a:endParaRPr lang="en-DK"/>
        </a:p>
      </dgm:t>
    </dgm:pt>
    <dgm:pt modelId="{98343715-DFBC-49C3-AC55-C2306B96C1E1}" type="sibTrans" cxnId="{D5429FC5-C539-46A3-A4BB-BFB365A05ACE}">
      <dgm:prSet/>
      <dgm:spPr/>
      <dgm:t>
        <a:bodyPr/>
        <a:lstStyle/>
        <a:p>
          <a:endParaRPr lang="en-DK"/>
        </a:p>
      </dgm:t>
    </dgm:pt>
    <dgm:pt modelId="{86B10DB8-BA69-40E8-A2F9-EC25B84A80FA}" type="pres">
      <dgm:prSet presAssocID="{4AB68AFD-31C1-437A-B720-30B64ACF1015}" presName="Name0" presStyleCnt="0">
        <dgm:presLayoutVars>
          <dgm:dir/>
          <dgm:animLvl val="lvl"/>
          <dgm:resizeHandles val="exact"/>
        </dgm:presLayoutVars>
      </dgm:prSet>
      <dgm:spPr/>
    </dgm:pt>
    <dgm:pt modelId="{459D2AA1-E337-408C-8722-4524395361F7}" type="pres">
      <dgm:prSet presAssocID="{FAC48E52-862F-4D9C-B13F-4D2464F68BBB}" presName="composite" presStyleCnt="0"/>
      <dgm:spPr/>
    </dgm:pt>
    <dgm:pt modelId="{0B86BF88-AB71-44A4-B037-66114C48EAAA}" type="pres">
      <dgm:prSet presAssocID="{FAC48E52-862F-4D9C-B13F-4D2464F68BB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C5C4743-2D53-4827-B32E-051A650070A1}" type="pres">
      <dgm:prSet presAssocID="{FAC48E52-862F-4D9C-B13F-4D2464F68BBB}" presName="desTx" presStyleLbl="alignAccFollowNode1" presStyleIdx="0" presStyleCnt="2">
        <dgm:presLayoutVars>
          <dgm:bulletEnabled val="1"/>
        </dgm:presLayoutVars>
      </dgm:prSet>
      <dgm:spPr/>
    </dgm:pt>
    <dgm:pt modelId="{9D65BAEB-3F90-4AD3-8264-DECFEA499966}" type="pres">
      <dgm:prSet presAssocID="{D491369D-4D8C-43F1-8E73-FE286BE04021}" presName="space" presStyleCnt="0"/>
      <dgm:spPr/>
    </dgm:pt>
    <dgm:pt modelId="{1F3DC91A-341D-4D3A-AB93-9A041D985755}" type="pres">
      <dgm:prSet presAssocID="{B6C74E8F-9221-4B53-9AC2-1D3ED6054ACF}" presName="composite" presStyleCnt="0"/>
      <dgm:spPr/>
    </dgm:pt>
    <dgm:pt modelId="{1CD89D98-D0E1-44C3-B996-9BEB0F629C98}" type="pres">
      <dgm:prSet presAssocID="{B6C74E8F-9221-4B53-9AC2-1D3ED6054AC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ADC4EC9-D679-43D3-9FCF-2DBA184D68F9}" type="pres">
      <dgm:prSet presAssocID="{B6C74E8F-9221-4B53-9AC2-1D3ED6054AC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EFE8F07-0550-4A46-8970-6B9A1354F23A}" type="presOf" srcId="{CD34354D-EA81-4E84-AFF3-D6A85C251DFF}" destId="{BC5C4743-2D53-4827-B32E-051A650070A1}" srcOrd="0" destOrd="0" presId="urn:microsoft.com/office/officeart/2005/8/layout/hList1"/>
    <dgm:cxn modelId="{A81BAA0E-8C17-4E62-9830-6A58F0FA20A9}" srcId="{4AB68AFD-31C1-437A-B720-30B64ACF1015}" destId="{FAC48E52-862F-4D9C-B13F-4D2464F68BBB}" srcOrd="0" destOrd="0" parTransId="{0BF98EDF-A96B-4C9C-BEB9-41C3A63BFD0B}" sibTransId="{D491369D-4D8C-43F1-8E73-FE286BE04021}"/>
    <dgm:cxn modelId="{C559B417-C1B7-43B0-AD30-1AE0F4F5A7C5}" type="presOf" srcId="{9D9C98F7-C45D-41CB-B35D-6371E0CEEE6D}" destId="{5ADC4EC9-D679-43D3-9FCF-2DBA184D68F9}" srcOrd="0" destOrd="0" presId="urn:microsoft.com/office/officeart/2005/8/layout/hList1"/>
    <dgm:cxn modelId="{94092325-F150-46A3-A340-9D05E6D8CC83}" type="presOf" srcId="{B6C74E8F-9221-4B53-9AC2-1D3ED6054ACF}" destId="{1CD89D98-D0E1-44C3-B996-9BEB0F629C98}" srcOrd="0" destOrd="0" presId="urn:microsoft.com/office/officeart/2005/8/layout/hList1"/>
    <dgm:cxn modelId="{2E5F3A47-A8CB-4B82-A71F-FCDD8F3A58AA}" srcId="{4AB68AFD-31C1-437A-B720-30B64ACF1015}" destId="{B6C74E8F-9221-4B53-9AC2-1D3ED6054ACF}" srcOrd="1" destOrd="0" parTransId="{C984AA21-4DC2-4DC5-9DF7-594C74D11913}" sibTransId="{FC6A973F-48E1-4E65-9F35-45D418C3F4EF}"/>
    <dgm:cxn modelId="{78125C55-1A67-4A8A-9C29-5B3FD613AA09}" type="presOf" srcId="{4AB68AFD-31C1-437A-B720-30B64ACF1015}" destId="{86B10DB8-BA69-40E8-A2F9-EC25B84A80FA}" srcOrd="0" destOrd="0" presId="urn:microsoft.com/office/officeart/2005/8/layout/hList1"/>
    <dgm:cxn modelId="{239D7899-8AD8-460A-8B4C-3AFA61A8F662}" srcId="{FAC48E52-862F-4D9C-B13F-4D2464F68BBB}" destId="{CD34354D-EA81-4E84-AFF3-D6A85C251DFF}" srcOrd="0" destOrd="0" parTransId="{2D8200FF-BE0C-42D0-BD6A-75936C1B504E}" sibTransId="{F3EC0477-4308-4BEA-A7D2-4157F0A663A4}"/>
    <dgm:cxn modelId="{B2F7B6B2-C991-4316-937F-C591EF0A2B83}" type="presOf" srcId="{FAC48E52-862F-4D9C-B13F-4D2464F68BBB}" destId="{0B86BF88-AB71-44A4-B037-66114C48EAAA}" srcOrd="0" destOrd="0" presId="urn:microsoft.com/office/officeart/2005/8/layout/hList1"/>
    <dgm:cxn modelId="{D5429FC5-C539-46A3-A4BB-BFB365A05ACE}" srcId="{B6C74E8F-9221-4B53-9AC2-1D3ED6054ACF}" destId="{9D9C98F7-C45D-41CB-B35D-6371E0CEEE6D}" srcOrd="0" destOrd="0" parTransId="{087E61E5-18BE-4F46-B27E-25B64D3B2C0C}" sibTransId="{98343715-DFBC-49C3-AC55-C2306B96C1E1}"/>
    <dgm:cxn modelId="{E6DD7597-3F83-42CC-A824-51A52CF7DFD9}" type="presParOf" srcId="{86B10DB8-BA69-40E8-A2F9-EC25B84A80FA}" destId="{459D2AA1-E337-408C-8722-4524395361F7}" srcOrd="0" destOrd="0" presId="urn:microsoft.com/office/officeart/2005/8/layout/hList1"/>
    <dgm:cxn modelId="{CA14002A-30D4-451B-BC10-D1D143A4273C}" type="presParOf" srcId="{459D2AA1-E337-408C-8722-4524395361F7}" destId="{0B86BF88-AB71-44A4-B037-66114C48EAAA}" srcOrd="0" destOrd="0" presId="urn:microsoft.com/office/officeart/2005/8/layout/hList1"/>
    <dgm:cxn modelId="{552EE9F9-B1DE-48CC-BE3F-E6B6B90FCB9F}" type="presParOf" srcId="{459D2AA1-E337-408C-8722-4524395361F7}" destId="{BC5C4743-2D53-4827-B32E-051A650070A1}" srcOrd="1" destOrd="0" presId="urn:microsoft.com/office/officeart/2005/8/layout/hList1"/>
    <dgm:cxn modelId="{7AD76619-6C3B-4442-8289-0C24D2B0E827}" type="presParOf" srcId="{86B10DB8-BA69-40E8-A2F9-EC25B84A80FA}" destId="{9D65BAEB-3F90-4AD3-8264-DECFEA499966}" srcOrd="1" destOrd="0" presId="urn:microsoft.com/office/officeart/2005/8/layout/hList1"/>
    <dgm:cxn modelId="{7584DC97-A8A2-4950-9E9E-C25548584FBB}" type="presParOf" srcId="{86B10DB8-BA69-40E8-A2F9-EC25B84A80FA}" destId="{1F3DC91A-341D-4D3A-AB93-9A041D985755}" srcOrd="2" destOrd="0" presId="urn:microsoft.com/office/officeart/2005/8/layout/hList1"/>
    <dgm:cxn modelId="{223CB550-8B51-43DD-837A-BF801F7163D1}" type="presParOf" srcId="{1F3DC91A-341D-4D3A-AB93-9A041D985755}" destId="{1CD89D98-D0E1-44C3-B996-9BEB0F629C98}" srcOrd="0" destOrd="0" presId="urn:microsoft.com/office/officeart/2005/8/layout/hList1"/>
    <dgm:cxn modelId="{5AAB0C97-A87B-47CB-9847-F888865B7857}" type="presParOf" srcId="{1F3DC91A-341D-4D3A-AB93-9A041D985755}" destId="{5ADC4EC9-D679-43D3-9FCF-2DBA184D68F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66B47-33BC-4553-AFC8-0D6B43448F8A}">
      <dsp:nvSpPr>
        <dsp:cNvPr id="0" name=""/>
        <dsp:cNvSpPr/>
      </dsp:nvSpPr>
      <dsp:spPr>
        <a:xfrm>
          <a:off x="4715" y="687846"/>
          <a:ext cx="106398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Browser</a:t>
          </a:r>
          <a:endParaRPr lang="en-DK" sz="1100" kern="1200" dirty="0"/>
        </a:p>
      </dsp:txBody>
      <dsp:txXfrm>
        <a:off x="4715" y="687846"/>
        <a:ext cx="1063982" cy="316800"/>
      </dsp:txXfrm>
    </dsp:sp>
    <dsp:sp modelId="{4EB4E6D9-1283-400D-89A7-D4040D47CF23}">
      <dsp:nvSpPr>
        <dsp:cNvPr id="0" name=""/>
        <dsp:cNvSpPr/>
      </dsp:nvSpPr>
      <dsp:spPr>
        <a:xfrm>
          <a:off x="222639" y="1004646"/>
          <a:ext cx="1063982" cy="633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100" kern="1200" dirty="0" err="1"/>
            <a:t>GraphQL</a:t>
          </a:r>
          <a:r>
            <a:rPr lang="da-DK" sz="1100" kern="1200" dirty="0"/>
            <a:t> Query</a:t>
          </a:r>
          <a:endParaRPr lang="en-DK" sz="1100" kern="1200" dirty="0"/>
        </a:p>
      </dsp:txBody>
      <dsp:txXfrm>
        <a:off x="241197" y="1023204"/>
        <a:ext cx="1026866" cy="596484"/>
      </dsp:txXfrm>
    </dsp:sp>
    <dsp:sp modelId="{88C5D413-AA23-43E3-9DF9-5B06521779B7}">
      <dsp:nvSpPr>
        <dsp:cNvPr id="0" name=""/>
        <dsp:cNvSpPr/>
      </dsp:nvSpPr>
      <dsp:spPr>
        <a:xfrm>
          <a:off x="1229993" y="713796"/>
          <a:ext cx="341947" cy="2649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900" kern="1200"/>
        </a:p>
      </dsp:txBody>
      <dsp:txXfrm>
        <a:off x="1229993" y="766776"/>
        <a:ext cx="262477" cy="158940"/>
      </dsp:txXfrm>
    </dsp:sp>
    <dsp:sp modelId="{DE2A1B7C-98E0-465A-9CB1-21381415BC1A}">
      <dsp:nvSpPr>
        <dsp:cNvPr id="0" name=""/>
        <dsp:cNvSpPr/>
      </dsp:nvSpPr>
      <dsp:spPr>
        <a:xfrm>
          <a:off x="1713881" y="687846"/>
          <a:ext cx="106398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 err="1"/>
            <a:t>Nginx</a:t>
          </a:r>
          <a:endParaRPr lang="en-DK" sz="1100" kern="1200" dirty="0"/>
        </a:p>
      </dsp:txBody>
      <dsp:txXfrm>
        <a:off x="1713881" y="687846"/>
        <a:ext cx="1063982" cy="316800"/>
      </dsp:txXfrm>
    </dsp:sp>
    <dsp:sp modelId="{6612DFA9-1737-44AD-92CB-B5A8E2F78502}">
      <dsp:nvSpPr>
        <dsp:cNvPr id="0" name=""/>
        <dsp:cNvSpPr/>
      </dsp:nvSpPr>
      <dsp:spPr>
        <a:xfrm>
          <a:off x="1931805" y="1004646"/>
          <a:ext cx="1063982" cy="633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100" kern="1200" dirty="0"/>
            <a:t>Proxy</a:t>
          </a:r>
          <a:endParaRPr lang="en-DK" sz="1100" kern="1200" dirty="0"/>
        </a:p>
      </dsp:txBody>
      <dsp:txXfrm>
        <a:off x="1950363" y="1023204"/>
        <a:ext cx="1026866" cy="596484"/>
      </dsp:txXfrm>
    </dsp:sp>
    <dsp:sp modelId="{785CA91C-1B41-4568-B2AB-EB553F9C146F}">
      <dsp:nvSpPr>
        <dsp:cNvPr id="0" name=""/>
        <dsp:cNvSpPr/>
      </dsp:nvSpPr>
      <dsp:spPr>
        <a:xfrm>
          <a:off x="2939159" y="713796"/>
          <a:ext cx="341947" cy="2649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900" kern="1200"/>
        </a:p>
      </dsp:txBody>
      <dsp:txXfrm>
        <a:off x="2939159" y="766776"/>
        <a:ext cx="262477" cy="158940"/>
      </dsp:txXfrm>
    </dsp:sp>
    <dsp:sp modelId="{9BEC3003-6292-4E89-9903-E6BA7BA17814}">
      <dsp:nvSpPr>
        <dsp:cNvPr id="0" name=""/>
        <dsp:cNvSpPr/>
      </dsp:nvSpPr>
      <dsp:spPr>
        <a:xfrm>
          <a:off x="3423046" y="687846"/>
          <a:ext cx="106398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 err="1"/>
            <a:t>FastAPI</a:t>
          </a:r>
          <a:endParaRPr lang="en-DK" sz="1100" kern="1200" dirty="0"/>
        </a:p>
      </dsp:txBody>
      <dsp:txXfrm>
        <a:off x="3423046" y="687846"/>
        <a:ext cx="1063982" cy="316800"/>
      </dsp:txXfrm>
    </dsp:sp>
    <dsp:sp modelId="{75E05F24-C06C-4599-B959-F715C60EA887}">
      <dsp:nvSpPr>
        <dsp:cNvPr id="0" name=""/>
        <dsp:cNvSpPr/>
      </dsp:nvSpPr>
      <dsp:spPr>
        <a:xfrm>
          <a:off x="3640970" y="1004646"/>
          <a:ext cx="1063982" cy="633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100" kern="1200" dirty="0"/>
            <a:t>/</a:t>
          </a:r>
          <a:r>
            <a:rPr lang="da-DK" sz="1100" kern="1200" dirty="0" err="1"/>
            <a:t>graphql</a:t>
          </a:r>
          <a:endParaRPr lang="en-DK" sz="1100" kern="1200" dirty="0"/>
        </a:p>
      </dsp:txBody>
      <dsp:txXfrm>
        <a:off x="3659528" y="1023204"/>
        <a:ext cx="1026866" cy="596484"/>
      </dsp:txXfrm>
    </dsp:sp>
    <dsp:sp modelId="{B98D525A-27FE-4975-BD83-2233B28CBD5F}">
      <dsp:nvSpPr>
        <dsp:cNvPr id="0" name=""/>
        <dsp:cNvSpPr/>
      </dsp:nvSpPr>
      <dsp:spPr>
        <a:xfrm>
          <a:off x="4648324" y="713796"/>
          <a:ext cx="341947" cy="2649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900" kern="1200"/>
        </a:p>
      </dsp:txBody>
      <dsp:txXfrm>
        <a:off x="4648324" y="766776"/>
        <a:ext cx="262477" cy="158940"/>
      </dsp:txXfrm>
    </dsp:sp>
    <dsp:sp modelId="{C80E20A7-918D-4476-9ACD-300B608474BC}">
      <dsp:nvSpPr>
        <dsp:cNvPr id="0" name=""/>
        <dsp:cNvSpPr/>
      </dsp:nvSpPr>
      <dsp:spPr>
        <a:xfrm>
          <a:off x="5132212" y="687846"/>
          <a:ext cx="106398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Resolver</a:t>
          </a:r>
          <a:endParaRPr lang="en-DK" sz="1100" kern="1200" dirty="0"/>
        </a:p>
      </dsp:txBody>
      <dsp:txXfrm>
        <a:off x="5132212" y="687846"/>
        <a:ext cx="1063982" cy="316800"/>
      </dsp:txXfrm>
    </dsp:sp>
    <dsp:sp modelId="{7C7E2FCC-7A04-4B4F-928B-C11AC988EDC1}">
      <dsp:nvSpPr>
        <dsp:cNvPr id="0" name=""/>
        <dsp:cNvSpPr/>
      </dsp:nvSpPr>
      <dsp:spPr>
        <a:xfrm>
          <a:off x="5350136" y="1004646"/>
          <a:ext cx="1063982" cy="633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100" kern="1200" dirty="0"/>
            <a:t>@strawberry</a:t>
          </a:r>
          <a:endParaRPr lang="en-DK" sz="1100" kern="1200" dirty="0"/>
        </a:p>
      </dsp:txBody>
      <dsp:txXfrm>
        <a:off x="5368694" y="1023204"/>
        <a:ext cx="1026866" cy="596484"/>
      </dsp:txXfrm>
    </dsp:sp>
    <dsp:sp modelId="{0ABE8098-D5AC-4013-B449-4273CF0208B1}">
      <dsp:nvSpPr>
        <dsp:cNvPr id="0" name=""/>
        <dsp:cNvSpPr/>
      </dsp:nvSpPr>
      <dsp:spPr>
        <a:xfrm>
          <a:off x="6357490" y="713796"/>
          <a:ext cx="341947" cy="2649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900" kern="1200"/>
        </a:p>
      </dsp:txBody>
      <dsp:txXfrm>
        <a:off x="6357490" y="766776"/>
        <a:ext cx="262477" cy="158940"/>
      </dsp:txXfrm>
    </dsp:sp>
    <dsp:sp modelId="{8F431F59-6DA4-476D-931A-4DC6D3AD58FD}">
      <dsp:nvSpPr>
        <dsp:cNvPr id="0" name=""/>
        <dsp:cNvSpPr/>
      </dsp:nvSpPr>
      <dsp:spPr>
        <a:xfrm>
          <a:off x="6841378" y="687846"/>
          <a:ext cx="106398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Service </a:t>
          </a:r>
          <a:r>
            <a:rPr lang="da-DK" sz="1100" kern="1200" dirty="0" err="1"/>
            <a:t>Layer</a:t>
          </a:r>
          <a:endParaRPr lang="en-DK" sz="1100" kern="1200" dirty="0"/>
        </a:p>
      </dsp:txBody>
      <dsp:txXfrm>
        <a:off x="6841378" y="687846"/>
        <a:ext cx="1063982" cy="316800"/>
      </dsp:txXfrm>
    </dsp:sp>
    <dsp:sp modelId="{8AD02CAE-081C-4249-BF25-4BE4F8AECD8D}">
      <dsp:nvSpPr>
        <dsp:cNvPr id="0" name=""/>
        <dsp:cNvSpPr/>
      </dsp:nvSpPr>
      <dsp:spPr>
        <a:xfrm>
          <a:off x="7059302" y="1004646"/>
          <a:ext cx="1063982" cy="633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100" kern="1200" dirty="0"/>
            <a:t>Docker Manager</a:t>
          </a:r>
          <a:endParaRPr lang="en-DK" sz="1100" kern="1200" dirty="0"/>
        </a:p>
      </dsp:txBody>
      <dsp:txXfrm>
        <a:off x="7077860" y="1023204"/>
        <a:ext cx="1026866" cy="596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6BF88-AB71-44A4-B037-66114C48EAAA}">
      <dsp:nvSpPr>
        <dsp:cNvPr id="0" name=""/>
        <dsp:cNvSpPr/>
      </dsp:nvSpPr>
      <dsp:spPr>
        <a:xfrm>
          <a:off x="12" y="206891"/>
          <a:ext cx="1152335" cy="40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dirty="0"/>
            <a:t>Docker API</a:t>
          </a:r>
          <a:endParaRPr lang="en-DK" sz="1400" kern="1200" dirty="0"/>
        </a:p>
      </dsp:txBody>
      <dsp:txXfrm>
        <a:off x="12" y="206891"/>
        <a:ext cx="1152335" cy="403200"/>
      </dsp:txXfrm>
    </dsp:sp>
    <dsp:sp modelId="{BC5C4743-2D53-4827-B32E-051A650070A1}">
      <dsp:nvSpPr>
        <dsp:cNvPr id="0" name=""/>
        <dsp:cNvSpPr/>
      </dsp:nvSpPr>
      <dsp:spPr>
        <a:xfrm>
          <a:off x="12" y="610091"/>
          <a:ext cx="1152335" cy="614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 dirty="0"/>
            <a:t>Container Info</a:t>
          </a:r>
          <a:endParaRPr lang="en-DK" sz="1400" kern="1200" dirty="0"/>
        </a:p>
      </dsp:txBody>
      <dsp:txXfrm>
        <a:off x="12" y="610091"/>
        <a:ext cx="1152335" cy="614879"/>
      </dsp:txXfrm>
    </dsp:sp>
    <dsp:sp modelId="{1CD89D98-D0E1-44C3-B996-9BEB0F629C98}">
      <dsp:nvSpPr>
        <dsp:cNvPr id="0" name=""/>
        <dsp:cNvSpPr/>
      </dsp:nvSpPr>
      <dsp:spPr>
        <a:xfrm>
          <a:off x="1313675" y="206891"/>
          <a:ext cx="1152335" cy="40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dirty="0" err="1"/>
            <a:t>PostgreSQL</a:t>
          </a:r>
          <a:endParaRPr lang="en-DK" sz="1400" kern="1200" dirty="0"/>
        </a:p>
      </dsp:txBody>
      <dsp:txXfrm>
        <a:off x="1313675" y="206891"/>
        <a:ext cx="1152335" cy="403200"/>
      </dsp:txXfrm>
    </dsp:sp>
    <dsp:sp modelId="{5ADC4EC9-D679-43D3-9FCF-2DBA184D68F9}">
      <dsp:nvSpPr>
        <dsp:cNvPr id="0" name=""/>
        <dsp:cNvSpPr/>
      </dsp:nvSpPr>
      <dsp:spPr>
        <a:xfrm>
          <a:off x="1313675" y="610091"/>
          <a:ext cx="1152335" cy="614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 dirty="0"/>
            <a:t>Metadata</a:t>
          </a:r>
          <a:endParaRPr lang="en-DK" sz="1400" kern="1200" dirty="0"/>
        </a:p>
      </dsp:txBody>
      <dsp:txXfrm>
        <a:off x="1313675" y="610091"/>
        <a:ext cx="1152335" cy="614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EC01-F752-38A4-9E64-6F27393FF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9368D-8142-9A93-8EF4-DE369FC98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4B1DE-D7FB-189E-050B-6CC26209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219B8-C3A4-05CC-246D-A9F962E2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067E7-0790-9184-C8FF-32456F92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687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89A0-404D-0959-3478-6646717C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ED345-936A-4ED5-AFE8-DFA5D335C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57711-CCA4-CF0D-37C4-FC75E3EF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6F82-11BB-2E5F-BB99-07D9BC40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E5E9B-5F2C-9B6C-AAB1-BD6EF24C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9528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D598-108D-DC60-4948-DF1FFB67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4B163-4FFD-4875-7C9B-0F7B0A968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7DDB-6924-DFF6-19D0-2230233A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EF73F-6625-442C-B4EF-556E2BD3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731E5-27E7-A42D-521C-C9B34176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783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5E45-6250-8AFD-3D98-25E18898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D2F4-FF1D-92D6-BED6-D8FDAE7C0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8823F-2C43-A1EF-F2E8-66754A8E7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BAA1E-DE57-CAF5-3A96-8F8F48DB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4FD39-2A8B-A4D3-A04B-B1C34A17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C20B2-2C15-3EF7-A1FA-F3F6F0015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584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63AB-ADBF-8007-0282-4EE25926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BA206-F7CB-13F9-DE83-2A7557233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B0D19-48BA-D9DF-D559-437C102F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A1933-F8B9-8F45-ACAA-B060D3D38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A4277-D080-9C53-E241-9A05FB1AC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BEA02-8B70-31E5-C772-696988A9C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D7CEF-D0C5-EB75-43AF-22381A9E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A6176-F589-7CE3-BD52-4BF9B14D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5686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01FB-51A6-38CA-E76A-257AB98D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BF3D3-DA5E-5093-EDF4-5F2208557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1BB65-FD86-6A09-D098-F39B321E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2383D-911B-783B-4AFB-6F80C028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9464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B7533-71C8-CAFF-5FB2-2BBE7596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0A37F-98E6-5124-7291-310B0C2A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28B44-ED3F-9D89-20A7-7CC33842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13929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30C5-A660-2CBE-9F1F-9E86AA22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26C57-3412-D22F-2615-B48171B0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8BDD2-1F53-BE37-2D20-408D0D851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A15E0-A885-FE5D-D75B-B118671D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FAEE3-C63E-515E-A8CF-98EF693EF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18146-29E5-C25E-31DD-85885572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306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9F91-9FE8-E349-CF11-AFE9091A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048BB-B615-A3C6-0200-A6944D1CB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1CE04-0F93-883B-E48A-B8F686CF1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AA484-DA7D-47FE-EC52-A6BB20EC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D411A-7A17-2BA2-18EE-76FA848CB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BF9FB-B1DA-FDB4-075F-0BF4E4DA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5864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FD4-64E7-B1C1-4CB3-2FD620BB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F7B51-B8DD-E10E-0477-67BEC3189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B9245-993F-9C1F-6DA3-A8E4CF95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C9BEE-DCA8-2997-D862-482EB5D3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A8CCD-48E5-9B9F-B5FA-F9A99D0B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24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1E843-71DF-54BE-6FE7-50EB3C3BE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847D2-E70C-C392-0D5C-E679FE342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32B1C-A29F-56DD-AF93-3730350B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BDF6-4590-A0B3-8A9D-F87563C9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713B7-BDB2-578C-0E88-8EC65003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3068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55F92-71B5-D4C3-6464-F526252FC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587E-75B1-B0D7-D418-69E6B8A1C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A344D-1007-2938-3A67-892DF0332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F3EA9-A9DF-4F3D-B0CC-B54E1E4C83B2}" type="datetimeFigureOut">
              <a:rPr lang="en-DK" smtClean="0"/>
              <a:t>14/01/2026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1AD23-D07B-FE4E-8548-5727E84CD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1196-1FE2-51DE-5B11-3C5DBA9E1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1B60F-8FE5-42F3-8C17-BDED1BC4EFF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6157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comunica.github.io/Tutorial-ISWC2019-Slides-GraphQL-LD/" TargetMode="External"/><Relationship Id="rId3" Type="http://schemas.openxmlformats.org/officeDocument/2006/relationships/hyperlink" Target="https://mtoyokura.github.io/python-koza/practice_3/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hyperlink" Target="https://ugeek.github.io/blog/post/2019-07-23-docker-en-ubuntu-1804.html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9666-E08C-18ED-741F-2334C32CAB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AVANCERET SOFTWAREUDVIKLING 1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1AD4B-31AF-0A85-D2E5-899DEAAB1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EKSAMENSPRÆSENTATION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49188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76EC-B8CA-2983-0158-3AA21EC1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INDHOLD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B2E4E-408A-5584-33EB-02A53C90A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PROJEKTBESKRIVELSE</a:t>
            </a:r>
          </a:p>
          <a:p>
            <a:r>
              <a:rPr lang="da-DK" dirty="0"/>
              <a:t>LIVE DEMONSTRATION</a:t>
            </a:r>
          </a:p>
          <a:p>
            <a:r>
              <a:rPr lang="da-DK" dirty="0"/>
              <a:t>TECH STACK</a:t>
            </a:r>
          </a:p>
          <a:p>
            <a:r>
              <a:rPr lang="da-DK" dirty="0"/>
              <a:t>ROADMAP</a:t>
            </a:r>
          </a:p>
          <a:p>
            <a:r>
              <a:rPr lang="da-DK" dirty="0"/>
              <a:t>UDVIKLINGSPROCES</a:t>
            </a:r>
          </a:p>
        </p:txBody>
      </p:sp>
    </p:spTree>
    <p:extLst>
      <p:ext uri="{BB962C8B-B14F-4D97-AF65-F5344CB8AC3E}">
        <p14:creationId xmlns:p14="http://schemas.microsoft.com/office/powerpoint/2010/main" val="269017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B1CE-B75E-03DA-2A18-EC21643D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PROJEKTETS OMFANG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47127-C40C-ECE9-85F1-84B70BDF4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Hybrid Container Orkestrering med WASM GUI og </a:t>
            </a:r>
            <a:r>
              <a:rPr lang="da-DK" dirty="0" err="1"/>
              <a:t>Reverse</a:t>
            </a:r>
            <a:r>
              <a:rPr lang="da-DK" dirty="0"/>
              <a:t> Proxy</a:t>
            </a:r>
          </a:p>
          <a:p>
            <a:pPr marL="0" indent="0" algn="ctr">
              <a:buNone/>
            </a:pPr>
            <a:r>
              <a:rPr lang="da-DK" dirty="0"/>
              <a:t>Project </a:t>
            </a:r>
            <a:r>
              <a:rPr lang="da-DK" dirty="0" err="1"/>
              <a:t>Loom</a:t>
            </a:r>
            <a:endParaRPr lang="da-DK" dirty="0"/>
          </a:p>
          <a:p>
            <a:endParaRPr lang="da-DK" dirty="0"/>
          </a:p>
          <a:p>
            <a:r>
              <a:rPr lang="da-DK" dirty="0"/>
              <a:t>Inkluderede temaer fra Avanceret Softwareudvikling 1:</a:t>
            </a:r>
          </a:p>
          <a:p>
            <a:pPr lvl="1"/>
            <a:r>
              <a:rPr lang="da-DK" dirty="0"/>
              <a:t>Grafiske Brugergrænseflader</a:t>
            </a:r>
          </a:p>
          <a:p>
            <a:pPr lvl="1"/>
            <a:r>
              <a:rPr lang="da-DK" dirty="0"/>
              <a:t>Asynkron Programmering</a:t>
            </a:r>
          </a:p>
          <a:p>
            <a:pPr lvl="1"/>
            <a:r>
              <a:rPr lang="da-DK" dirty="0"/>
              <a:t>Tråde (Threads)</a:t>
            </a:r>
          </a:p>
          <a:p>
            <a:pPr lvl="1"/>
            <a:r>
              <a:rPr lang="da-DK" dirty="0"/>
              <a:t>ORM via </a:t>
            </a:r>
            <a:r>
              <a:rPr lang="da-DK" dirty="0" err="1"/>
              <a:t>Sqlalchemy</a:t>
            </a:r>
            <a:endParaRPr lang="da-DK" dirty="0"/>
          </a:p>
          <a:p>
            <a:pPr lvl="1"/>
            <a:r>
              <a:rPr lang="da-DK" dirty="0" err="1"/>
              <a:t>GraphQL</a:t>
            </a:r>
            <a:r>
              <a:rPr lang="da-DK" dirty="0"/>
              <a:t> API </a:t>
            </a:r>
          </a:p>
          <a:p>
            <a:pPr lvl="1"/>
            <a:r>
              <a:rPr lang="da-DK" dirty="0"/>
              <a:t>Skalerbare Systemdesigns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07066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43028E-A997-E205-8CBF-BE8B3A5B1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11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C8A5A-D8C2-3D0A-78AC-4D5D16FB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DEMONSTRATION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60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1782-FFD1-1DD3-D630-EA889D1B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TECH STACK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821C2-AC71-FA45-3252-F22A6C37FA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a-DK" b="1" dirty="0"/>
              <a:t>FRONTEND / GUI</a:t>
            </a:r>
          </a:p>
          <a:p>
            <a:r>
              <a:rPr lang="da-DK" dirty="0"/>
              <a:t> </a:t>
            </a:r>
            <a:r>
              <a:rPr lang="da-DK" dirty="0" err="1"/>
              <a:t>WebAssembly</a:t>
            </a:r>
            <a:r>
              <a:rPr lang="da-DK" dirty="0"/>
              <a:t> (WASM)</a:t>
            </a:r>
          </a:p>
          <a:p>
            <a:r>
              <a:rPr lang="da-DK" dirty="0"/>
              <a:t> </a:t>
            </a:r>
            <a:r>
              <a:rPr lang="da-DK" dirty="0" err="1"/>
              <a:t>Pyodide</a:t>
            </a:r>
            <a:r>
              <a:rPr lang="da-DK" dirty="0"/>
              <a:t> (Python </a:t>
            </a:r>
            <a:r>
              <a:rPr lang="da-DK" dirty="0" err="1"/>
              <a:t>runtime</a:t>
            </a:r>
            <a:r>
              <a:rPr lang="da-DK" dirty="0"/>
              <a:t> in the browser)</a:t>
            </a:r>
          </a:p>
          <a:p>
            <a:r>
              <a:rPr lang="da-DK" dirty="0"/>
              <a:t> HTML5</a:t>
            </a:r>
          </a:p>
          <a:p>
            <a:r>
              <a:rPr lang="da-DK" dirty="0"/>
              <a:t> CSS3</a:t>
            </a:r>
          </a:p>
          <a:p>
            <a:r>
              <a:rPr lang="da-DK" dirty="0"/>
              <a:t> JavaScript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b="1" dirty="0"/>
              <a:t>BACKEND / API</a:t>
            </a:r>
          </a:p>
          <a:p>
            <a:r>
              <a:rPr lang="da-DK" dirty="0"/>
              <a:t> Python 3.11+</a:t>
            </a:r>
          </a:p>
          <a:p>
            <a:r>
              <a:rPr lang="da-DK" dirty="0"/>
              <a:t> </a:t>
            </a:r>
            <a:r>
              <a:rPr lang="da-DK" dirty="0" err="1"/>
              <a:t>FastAPI</a:t>
            </a:r>
            <a:endParaRPr lang="da-DK" dirty="0"/>
          </a:p>
          <a:p>
            <a:r>
              <a:rPr lang="da-DK" dirty="0"/>
              <a:t> </a:t>
            </a:r>
            <a:r>
              <a:rPr lang="da-DK" dirty="0" err="1"/>
              <a:t>GraphQL</a:t>
            </a:r>
            <a:endParaRPr lang="da-DK" dirty="0"/>
          </a:p>
          <a:p>
            <a:r>
              <a:rPr lang="da-DK" dirty="0"/>
              <a:t> </a:t>
            </a:r>
            <a:r>
              <a:rPr lang="da-DK" dirty="0" err="1"/>
              <a:t>AsyncIO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2C310D-065B-8FF9-984E-8696935ED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6130" y="1825625"/>
            <a:ext cx="5181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a-DK" b="1" dirty="0"/>
              <a:t>CONTAINER AND ORCHESTRATION</a:t>
            </a:r>
          </a:p>
          <a:p>
            <a:r>
              <a:rPr lang="da-DK" dirty="0"/>
              <a:t> Docker</a:t>
            </a:r>
          </a:p>
          <a:p>
            <a:r>
              <a:rPr lang="da-DK" dirty="0"/>
              <a:t> Docker SDK for Python</a:t>
            </a:r>
          </a:p>
          <a:p>
            <a:r>
              <a:rPr lang="da-DK" dirty="0"/>
              <a:t> Docker </a:t>
            </a:r>
            <a:r>
              <a:rPr lang="da-DK" dirty="0" err="1"/>
              <a:t>Swarm</a:t>
            </a:r>
            <a:endParaRPr lang="da-DK" dirty="0"/>
          </a:p>
          <a:p>
            <a:endParaRPr lang="da-DK" dirty="0"/>
          </a:p>
          <a:p>
            <a:pPr marL="0" indent="0">
              <a:buNone/>
            </a:pPr>
            <a:r>
              <a:rPr lang="da-DK" b="1" dirty="0"/>
              <a:t>REVERSE PROXY AND NETWORKING</a:t>
            </a:r>
          </a:p>
          <a:p>
            <a:r>
              <a:rPr lang="da-DK" dirty="0"/>
              <a:t> </a:t>
            </a:r>
            <a:r>
              <a:rPr lang="da-DK" dirty="0" err="1"/>
              <a:t>Traefik</a:t>
            </a:r>
            <a:r>
              <a:rPr lang="da-DK" dirty="0"/>
              <a:t> (</a:t>
            </a:r>
            <a:r>
              <a:rPr lang="da-DK" dirty="0" err="1"/>
              <a:t>dynamic</a:t>
            </a:r>
            <a:r>
              <a:rPr lang="da-DK" dirty="0"/>
              <a:t> routing and subdomains)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b="1" dirty="0"/>
              <a:t>DATABASE AND PERSISTENCE</a:t>
            </a:r>
          </a:p>
          <a:p>
            <a:r>
              <a:rPr lang="da-DK" dirty="0"/>
              <a:t> </a:t>
            </a:r>
            <a:r>
              <a:rPr lang="da-DK" dirty="0" err="1"/>
              <a:t>PostgreSQL</a:t>
            </a:r>
            <a:endParaRPr lang="da-DK" dirty="0"/>
          </a:p>
          <a:p>
            <a:r>
              <a:rPr lang="da-DK" dirty="0"/>
              <a:t> </a:t>
            </a:r>
            <a:r>
              <a:rPr lang="da-DK" dirty="0" err="1"/>
              <a:t>SQLAlchemy</a:t>
            </a:r>
            <a:r>
              <a:rPr lang="da-DK" dirty="0"/>
              <a:t> (ORM)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b="1" dirty="0"/>
              <a:t>INFRASTRUCTURE AND TOOLING</a:t>
            </a:r>
          </a:p>
          <a:p>
            <a:r>
              <a:rPr lang="da-DK" dirty="0"/>
              <a:t> Git / GitHub</a:t>
            </a:r>
          </a:p>
          <a:p>
            <a:r>
              <a:rPr lang="da-DK" dirty="0"/>
              <a:t> </a:t>
            </a:r>
            <a:r>
              <a:rPr lang="da-DK" dirty="0" err="1"/>
              <a:t>Environmentbased</a:t>
            </a:r>
            <a:r>
              <a:rPr lang="da-DK" dirty="0"/>
              <a:t> </a:t>
            </a:r>
            <a:r>
              <a:rPr lang="da-DK" dirty="0" err="1"/>
              <a:t>configuration</a:t>
            </a:r>
            <a:r>
              <a:rPr lang="da-DK" dirty="0"/>
              <a:t> (.</a:t>
            </a:r>
            <a:r>
              <a:rPr lang="da-DK" dirty="0" err="1"/>
              <a:t>env</a:t>
            </a:r>
            <a:r>
              <a:rPr lang="da-DK" dirty="0"/>
              <a:t>)</a:t>
            </a:r>
          </a:p>
          <a:p>
            <a:r>
              <a:rPr lang="da-DK" dirty="0"/>
              <a:t> Crossplatform </a:t>
            </a:r>
            <a:r>
              <a:rPr lang="da-DK" dirty="0" err="1"/>
              <a:t>development</a:t>
            </a:r>
            <a:r>
              <a:rPr lang="da-DK" dirty="0"/>
              <a:t> scripts (Windows / Linux)</a:t>
            </a:r>
            <a:endParaRPr lang="en-DK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67C09D-CC2C-8D39-1C1D-D9DD130A8639}"/>
              </a:ext>
            </a:extLst>
          </p:cNvPr>
          <p:cNvGrpSpPr/>
          <p:nvPr/>
        </p:nvGrpSpPr>
        <p:grpSpPr>
          <a:xfrm>
            <a:off x="9099279" y="365125"/>
            <a:ext cx="2730205" cy="6342094"/>
            <a:chOff x="9099279" y="365125"/>
            <a:chExt cx="2730205" cy="634209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48BFA4-6B71-F729-7854-A9EA96325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10649576" y="365125"/>
              <a:ext cx="1058824" cy="10694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50D65BA-C845-64DA-4EBD-0703CB594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9306294" y="1434537"/>
              <a:ext cx="1247406" cy="106549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ED8ADD5-1100-BEFC-ACA1-4066C6A9B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10210800" y="2619658"/>
              <a:ext cx="1618684" cy="809342"/>
            </a:xfrm>
            <a:prstGeom prst="rect">
              <a:avLst/>
            </a:prstGeom>
          </p:spPr>
        </p:pic>
        <p:pic>
          <p:nvPicPr>
            <p:cNvPr id="1030" name="Picture 6" descr="undefined">
              <a:extLst>
                <a:ext uri="{FF2B5EF4-FFF2-40B4-BE49-F238E27FC236}">
                  <a16:creationId xmlns:a16="http://schemas.microsoft.com/office/drawing/2014/main" id="{623F046B-183C-E722-B091-F9121A796C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9279" y="3328146"/>
              <a:ext cx="1111521" cy="1492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SQLAlchemy - Wikipedia">
              <a:extLst>
                <a:ext uri="{FF2B5EF4-FFF2-40B4-BE49-F238E27FC236}">
                  <a16:creationId xmlns:a16="http://schemas.microsoft.com/office/drawing/2014/main" id="{D51F6EDD-390D-27D9-9FCA-2F4A8DB73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1756" y="4981531"/>
              <a:ext cx="1767728" cy="883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ostgreSQL Reviews 2026: Details, Pricing, &amp; Features | G2">
              <a:extLst>
                <a:ext uri="{FF2B5EF4-FFF2-40B4-BE49-F238E27FC236}">
                  <a16:creationId xmlns:a16="http://schemas.microsoft.com/office/drawing/2014/main" id="{54118D14-8D72-C65D-A056-2491C47AA1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9256" y="5648886"/>
              <a:ext cx="952500" cy="1058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2502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332872-DE0C-1577-2E58-22BADA624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6151578"/>
              </p:ext>
            </p:extLst>
          </p:nvPr>
        </p:nvGraphicFramePr>
        <p:xfrm>
          <a:off x="2031999" y="671891"/>
          <a:ext cx="8128000" cy="2326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64E49E-77DE-1747-2870-C199EC9FF47D}"/>
              </a:ext>
            </a:extLst>
          </p:cNvPr>
          <p:cNvSpPr txBox="1"/>
          <p:nvPr/>
        </p:nvSpPr>
        <p:spPr>
          <a:xfrm>
            <a:off x="3278841" y="302559"/>
            <a:ext cx="563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GraphQL</a:t>
            </a:r>
            <a:r>
              <a:rPr lang="da-DK" dirty="0"/>
              <a:t> Data Flow (</a:t>
            </a:r>
            <a:r>
              <a:rPr lang="da-DK" dirty="0" err="1"/>
              <a:t>Request</a:t>
            </a:r>
            <a:r>
              <a:rPr lang="da-DK" dirty="0"/>
              <a:t>/</a:t>
            </a:r>
            <a:r>
              <a:rPr lang="da-DK" dirty="0" err="1"/>
              <a:t>Response</a:t>
            </a:r>
            <a:r>
              <a:rPr lang="da-DK" dirty="0"/>
              <a:t>)</a:t>
            </a:r>
            <a:endParaRPr lang="en-DK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558CDDB-9A67-FDBB-63BD-3670291201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095288"/>
              </p:ext>
            </p:extLst>
          </p:nvPr>
        </p:nvGraphicFramePr>
        <p:xfrm>
          <a:off x="8365581" y="3301253"/>
          <a:ext cx="2466023" cy="1431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919705-B126-05E5-7D8B-155A998C85AA}"/>
              </a:ext>
            </a:extLst>
          </p:cNvPr>
          <p:cNvCxnSpPr/>
          <p:nvPr/>
        </p:nvCxnSpPr>
        <p:spPr>
          <a:xfrm flipH="1">
            <a:off x="8996082" y="2306171"/>
            <a:ext cx="602510" cy="1122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C23B97-DE88-BD46-2E7E-4E80EFC182FB}"/>
              </a:ext>
            </a:extLst>
          </p:cNvPr>
          <p:cNvCxnSpPr>
            <a:cxnSpLocks/>
          </p:cNvCxnSpPr>
          <p:nvPr/>
        </p:nvCxnSpPr>
        <p:spPr>
          <a:xfrm>
            <a:off x="9598592" y="2306171"/>
            <a:ext cx="630501" cy="1122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6495C42-9E4E-B5BD-B794-F3B3EA6F259E}"/>
              </a:ext>
            </a:extLst>
          </p:cNvPr>
          <p:cNvSpPr/>
          <p:nvPr/>
        </p:nvSpPr>
        <p:spPr>
          <a:xfrm>
            <a:off x="8868335" y="4645958"/>
            <a:ext cx="1445559" cy="679077"/>
          </a:xfrm>
          <a:custGeom>
            <a:avLst/>
            <a:gdLst>
              <a:gd name="csX0" fmla="*/ 0 w 1445559"/>
              <a:gd name="csY0" fmla="*/ 0 h 679077"/>
              <a:gd name="csX1" fmla="*/ 0 w 1445559"/>
              <a:gd name="csY1" fmla="*/ 679077 h 679077"/>
              <a:gd name="csX2" fmla="*/ 1445559 w 1445559"/>
              <a:gd name="csY2" fmla="*/ 679077 h 679077"/>
              <a:gd name="csX3" fmla="*/ 1445559 w 1445559"/>
              <a:gd name="csY3" fmla="*/ 13447 h 679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45559" h="679077">
                <a:moveTo>
                  <a:pt x="0" y="0"/>
                </a:moveTo>
                <a:lnTo>
                  <a:pt x="0" y="679077"/>
                </a:lnTo>
                <a:lnTo>
                  <a:pt x="1445559" y="679077"/>
                </a:lnTo>
                <a:lnTo>
                  <a:pt x="1445559" y="13447"/>
                </a:lnTo>
              </a:path>
            </a:pathLst>
          </a:cu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CDE538C-55E2-A77E-EF01-38645DB3E21B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1828800" y="2860861"/>
            <a:ext cx="7039535" cy="2464174"/>
          </a:xfrm>
          <a:prstGeom prst="bentConnector3">
            <a:avLst>
              <a:gd name="adj1" fmla="val 14995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735AB1-7886-606F-A142-8DB12BDE66E6}"/>
              </a:ext>
            </a:extLst>
          </p:cNvPr>
          <p:cNvCxnSpPr/>
          <p:nvPr/>
        </p:nvCxnSpPr>
        <p:spPr>
          <a:xfrm>
            <a:off x="1828800" y="1104900"/>
            <a:ext cx="75692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F3C55B-5823-D6AA-15EE-AAF6912C6C49}"/>
              </a:ext>
            </a:extLst>
          </p:cNvPr>
          <p:cNvSpPr txBox="1"/>
          <p:nvPr/>
        </p:nvSpPr>
        <p:spPr>
          <a:xfrm>
            <a:off x="1965953" y="797123"/>
            <a:ext cx="828047" cy="307777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sz="1400" dirty="0" err="1"/>
              <a:t>Request</a:t>
            </a:r>
            <a:endParaRPr lang="en-D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98B640-96D0-FBC7-22D6-DF040FC9AB6D}"/>
              </a:ext>
            </a:extLst>
          </p:cNvPr>
          <p:cNvSpPr txBox="1"/>
          <p:nvPr/>
        </p:nvSpPr>
        <p:spPr>
          <a:xfrm>
            <a:off x="1965452" y="2553083"/>
            <a:ext cx="955711" cy="307777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sz="1400" dirty="0" err="1"/>
              <a:t>Response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560694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174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AVANCERET SOFTWAREUDVIKLING 1</vt:lpstr>
      <vt:lpstr>INDHOLD</vt:lpstr>
      <vt:lpstr>PROJEKTETS OMFANG</vt:lpstr>
      <vt:lpstr>DEMONSTRATION</vt:lpstr>
      <vt:lpstr>TECH STACK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Kjær Klint</dc:creator>
  <cp:lastModifiedBy>Erik Kjær Klint</cp:lastModifiedBy>
  <cp:revision>1</cp:revision>
  <dcterms:created xsi:type="dcterms:W3CDTF">2026-01-14T17:35:22Z</dcterms:created>
  <dcterms:modified xsi:type="dcterms:W3CDTF">2026-01-14T18:58:25Z</dcterms:modified>
</cp:coreProperties>
</file>